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261CE7-5EF3-6BCF-F72D-85166394785A}" v="1426" dt="2024-09-04T12:03:34.1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78" autoAdjust="0"/>
    <p:restoredTop sz="88927" autoAdjust="0"/>
  </p:normalViewPr>
  <p:slideViewPr>
    <p:cSldViewPr snapToGrid="0" snapToObjects="1">
      <p:cViewPr varScale="1">
        <p:scale>
          <a:sx n="80" d="100"/>
          <a:sy n="80" d="100"/>
        </p:scale>
        <p:origin x="58" y="11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 snapToObjects="1">
      <p:cViewPr varScale="1">
        <p:scale>
          <a:sx n="72" d="100"/>
          <a:sy n="72" d="100"/>
        </p:scale>
        <p:origin x="3010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5T13:44:15.909"/>
    </inkml:context>
    <inkml:brush xml:id="br0">
      <inkml:brushProperty name="width" value="0.35" units="cm"/>
      <inkml:brushProperty name="height" value="0.35" units="cm"/>
      <inkml:brushProperty name="color" value="#597189"/>
    </inkml:brush>
  </inkml:definitions>
  <inkml:trace contextRef="#ctx0" brushRef="#br0">1 0 24575,'17'0'0,"32"6"0,25 4 0,22 1 0,7 2 0,-2-2 0,-14-3 0,-14 0 0,-18-1 0,-12-1 0,-11-3 0,-7-1 0,-9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5T13:44:26.358"/>
    </inkml:context>
    <inkml:brush xml:id="br0">
      <inkml:brushProperty name="width" value="0.35" units="cm"/>
      <inkml:brushProperty name="height" value="0.35" units="cm"/>
      <inkml:brushProperty name="color" value="#597189"/>
    </inkml:brush>
  </inkml:definitions>
  <inkml:trace contextRef="#ctx0" brushRef="#br0">1 69 24575,'11'-1'0,"0"-1"0,0 0 0,0 0 0,15-6 0,19-3 0,13 4 0,88 1 0,-37 3 0,247-24-1365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5T13:44:29.410"/>
    </inkml:context>
    <inkml:brush xml:id="br0">
      <inkml:brushProperty name="width" value="0.35" units="cm"/>
      <inkml:brushProperty name="height" value="0.35" units="cm"/>
      <inkml:brushProperty name="color" value="#597189"/>
    </inkml:brush>
  </inkml:definitions>
  <inkml:trace contextRef="#ctx0" brushRef="#br0">1 37 24575,'49'-1'0,"1"-3"0,71-14 0,-54 10 0,-1 2 0,129 6 0,-75 3 0,-92-2 0,0 1 0,33 8 0,-40-8-357,42 0-1,-55-2-292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5T13:44:33.007"/>
    </inkml:context>
    <inkml:brush xml:id="br0">
      <inkml:brushProperty name="width" value="0.35" units="cm"/>
      <inkml:brushProperty name="height" value="0.35" units="cm"/>
      <inkml:brushProperty name="color" value="#597189"/>
    </inkml:brush>
  </inkml:definitions>
  <inkml:trace contextRef="#ctx0" brushRef="#br0">34 66 24575,'182'1'0,"347"-13"0,-320-15 0,-107 1 0,-102 25 0,0 1 0,1 0 0,-1 0 0,1 0 0,-1 0 0,1 0 0,-1-1 0,0 1 0,1 0 0,-1 0 0,1 0 0,-1 0 0,1 0 0,-1 0 0,0 0 0,1 0 0,-1 0 0,1 1 0,-1-1 0,1 0 0,-1 0 0,0 0 0,1 0 0,-1 1 0,1-1 0,-1 0 0,0 0 0,1 1 0,-1-1 0,0 0 0,1 1 0,-1-1 0,0 0 0,0 1 0,1 0 0,-11 13 0,-26 15 0,11-16 0,-1-1 0,0 0 0,0-2 0,-31 7 0,2 1 0,-33 14 0,47-15 0,-1-2 0,0-2 0,-1-2 0,-83 11 0,117-21 0,0 1 0,1 0 0,-1 0 0,1 1 0,0 0 0,-11 6 0,-14 5 0,-266 95 0,275-96 0,24-8 0,15-3 0,252-1 0,-114-4 0,322 3-1365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5T13:44:57.257"/>
    </inkml:context>
    <inkml:brush xml:id="br0">
      <inkml:brushProperty name="width" value="0.35" units="cm"/>
      <inkml:brushProperty name="height" value="0.35" units="cm"/>
      <inkml:brushProperty name="color" value="#597189"/>
    </inkml:brush>
  </inkml:definitions>
  <inkml:trace contextRef="#ctx0" brushRef="#br0">1 118 24575,'45'-3'0,"0"-2"0,1-2 0,-2-2 0,61-20 0,-8 3 0,-48 12 0,-32 9 0,1-1 0,0 2 0,0 0 0,1 2 0,-1 0 0,23 0 0,-35 3 0,0 1 0,-1-1 0,0 1 0,1 1 0,-1-1 0,0 0 0,0 1 0,7 6 0,14 6 0,40 16 0,71 38 0,-137-69 0,1 1 0,0 0 0,-1-1 0,1 1 0,0-1 0,0 0 0,0 1 0,-1-1 0,1 0 0,0 1 0,0-1 0,0 0 0,0 0 0,0 1 0,-1-1 0,1 0 0,0 0 0,0 0 0,0 0 0,0-1 0,0 1 0,0 0 0,0 0 0,-1 0 0,1-1 0,0 1 0,0 0 0,1-1 0,8-20 0,2-3 0,-11 23 0,0 0 0,0 1 0,0-1 0,0 1 0,0-1 0,0 1 0,0-1 0,0 1 0,0 0 0,0-1 0,0 1 0,0 0 0,0 0 0,0 0 0,0 0 0,1 0 0,-1 0 0,0 0 0,0 0 0,0 1 0,0-1 0,0 0 0,0 1 0,0-1 0,0 0 0,1 2 0,104 34 0,-80-47 0,-10 8 0,0 1 0,0 0 0,0 2 0,0-1 0,0 2 0,0 0 0,16 4 0,-32-5 0,1 0 0,-1 1 0,1-1 0,-1 0 0,1 0 0,-1 0 0,1 0 0,-1 1 0,1-1 0,-1 0 0,0 0 0,1 1 0,-1-1 0,1 0 0,-1 1 0,0-1 0,1 1 0,-1-1 0,0 0 0,1 1 0,-1-1 0,0 1 0,0-1 0,0 1 0,1-1 0,-1 1 0,0-1 0,0 1 0,0 0 0,-7 15 0,-24 14 0,25-25 0,-7 8 0,0 1 0,-19 28 0,-8 10 0,39-51 8,0 1 0,0-1 0,-1 0 0,1 1 0,-1-1 0,1 0 0,-1 0 0,0 0 0,1 0 0,-1-1 0,0 1 0,0 0-1,1-1 1,-1 1 0,0-1 0,0 1 0,0-1 0,0 0 0,0 0 0,0 0 0,0 0 0,1 0 0,-1-1 0,0 1 0,0 0 0,0-1 0,0 1-1,0-1 1,1 0 0,-1 0 0,0 1 0,1-1 0,-1 0 0,1-1 0,-1 1 0,1 0 0,-1 0 0,1-1 0,0 1 0,-1-1 0,1 1 0,-1-2 0,-1 0-94,1 0 1,-1-1 0,1 1-1,0 0 1,0-1 0,0 0-1,1 1 1,-1-1 0,1 0-1,0 0 1,0 1 0,0-1-1,0 0 1,1 0 0,-1 0-1,1 0 1,0 0 0,1 0-1,0-7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5T13:45:28.550"/>
    </inkml:context>
    <inkml:brush xml:id="br0">
      <inkml:brushProperty name="width" value="0.35" units="cm"/>
      <inkml:brushProperty name="height" value="0.35" units="cm"/>
      <inkml:brushProperty name="color" value="#383838"/>
    </inkml:brush>
  </inkml:definitions>
  <inkml:trace contextRef="#ctx0" brushRef="#br0">148 0 24575,'811'0'0,"-802"1"0,0 0 0,0 1 0,0 0 0,0 0 0,0 1 0,-1 0 0,1 0 0,-1 1 0,0 0 0,0 1 0,0 0 0,0 0 0,-1 0 0,0 1 0,0 0 0,-1 1 0,0 0 0,8 10 0,1 6 0,-11-18 0,0 0 0,-1 1 0,1 0 0,-1 0 0,0 0 0,-1 0 0,1 0 0,-1 1 0,0-1 0,-1 1 0,0-1 0,0 1 0,0 7 0,-1-10 0,1 4 0,-1 1 0,-1 0 0,1-1 0,-2 0 0,-2 13 0,3-19 0,1 1 0,-1-1 0,0-1 0,0 1 0,0 0 0,-1 0 0,1 0 0,0 0 0,-1-1 0,1 1 0,-1-1 0,0 1 0,1-1 0,-1 1 0,0-1 0,0 0 0,0 0 0,0 0 0,0 0 0,0 0 0,0-1 0,0 1 0,0 0 0,0-1 0,0 0 0,-4 1 0,-29 1 0,-50-4 0,18 0 0,63 2 0,1 0 0,0 0 0,0 0 0,0-1 0,0 1 0,0-1 0,0 1 0,0-1 0,0 0 0,0-1 0,0 1 0,1 0 0,-1-1 0,-5-3 0,4 1 0,0-1 0,1 1 0,-1-1 0,1 0 0,0 0 0,-3-5 0,-7-13 0,11 20 0,0 0 0,0 0 0,0 0 0,-1 0 0,1 1 0,-1-1 0,0 1 0,0-1 0,-4-2 0,6 5 0,0-1 0,1 1 0,-1 0 0,0 0 0,1-1 0,-1 1 0,0 0 0,1 0 0,-1 0 0,0 0 0,0 0 0,1 0 0,-1 0 0,0 0 0,1 0 0,-1 0 0,0 0 0,0 1 0,1-1 0,-1 0 0,0 1 0,0 0 0,0-1 0,0 1 0,0 0 0,0 0 0,0 1 0,0-1 0,0 0 0,0 0 0,1 0 0,-1 0 0,1 1 0,-1-1 0,1 0 0,-1 1 0,0 1 0,-1 8 0,0 1 0,1 0 0,0-1 0,1 1 0,1 15 0,0-14 0,0 1 0,-2-1 0,-2 20 0,3-33 0,0 1 0,0-1 0,0 1 0,0-1 0,0 1 0,0-1 0,0 0 0,0 1 0,0-1 0,0 1 0,0-1 0,0 0 0,-1 1 0,1-1 0,0 1 0,0-1 0,0 0 0,-1 1 0,1-1 0,0 0 0,0 1 0,-1-1 0,1 0 0,0 1 0,-1-1 0,1 0 0,0 0 0,-1 1 0,1-1 0,-1 0 0,1 0 0,0 0 0,-1 0 0,1 1 0,-1-1 0,1 0 0,0 0 0,-1 0 0,0 0 0,-14-15 0,-10-30 0,24 43 0,-7-17 0,-13-29 0,20 47 0,1-1 0,-1 1 0,0 0 0,1 0 0,-1 0 0,0-1 0,0 1 0,0 0 0,0 0 0,0 0 0,0 0 0,0 0 0,-1 1 0,1-1 0,0 0 0,0 0 0,-1 1 0,1-1 0,0 1 0,-1-1 0,1 1 0,-1 0 0,1-1 0,-1 1 0,1 0 0,-3 0 0,2 1 0,1 0 0,-1 0 0,1 0 0,0 0 0,-1 1 0,1-1 0,0 0 0,0 1 0,0-1 0,0 1 0,0-1 0,0 1 0,0 0 0,1-1 0,-1 1 0,1 0 0,-1-1 0,1 1 0,-1 0 0,1 3 0,-2 12 0,2-15 0,2-6 0,2-5 0,-1 2 0,-16 7 0,-289 62 0,1 25 0,280-84 0,21-3 0,0 0 0,-1 0 0,1 0 0,0 0 0,-1 0 0,1 0 0,-1-1 0,1 1 0,0 0 0,-1 0 0,1 0 0,0-1 0,0 1 0,-1 0 0,1-1 0,0 1 0,0 0 0,-1 0 0,1-1 0,0 1 0,0 0 0,0-1 0,-1 1 0,1-1 0,0 1 0,0 0 0,0-1 0,0-2 0,0 1 0,1 0 0,-1-1 0,0 1 0,1 0 0,0-1 0,0 1 0,0 0 0,0 0 0,0 0 0,0 0 0,3-4 0,-3 4 12,1 0 0,-1 0-1,1-1 1,0 1 0,0 0-1,0 1 1,1-1 0,-1 0-1,0 1 1,1-1 0,-1 1-1,0 0 1,1-1-1,0 1 1,-1 1 0,1-1-1,3-1 1,3 1 14,0 1 0,0-1 0,18 3 1,-22-1-167,1-1 0,0 1 0,-1-1 0,1 0 0,0-1 0,-1 1 0,1-1 0,-1 0 0,1-1 0,-1 1 0,9-5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5T13:45:35.426"/>
    </inkml:context>
    <inkml:brush xml:id="br0">
      <inkml:brushProperty name="width" value="0.35" units="cm"/>
      <inkml:brushProperty name="height" value="0.35" units="cm"/>
      <inkml:brushProperty name="color" value="#383838"/>
    </inkml:brush>
  </inkml:definitions>
  <inkml:trace contextRef="#ctx0" brushRef="#br0">276 51 24575,'-18'-1'0,"-1"-1"0,1-1 0,-1-1 0,-33-11 0,33 9 0,0 0 0,0 2 0,-38-5 0,56 9 0,-1 0 0,1 0 0,0 0 0,0 0 0,-1 0 0,1 1 0,0-1 0,0 0 0,-1 0 0,1 1 0,0-1 0,0 1 0,0 0 0,0-1 0,-1 1 0,1 0 0,0-1 0,0 1 0,0 0 0,0 0 0,1 0 0,-1 0 0,0 0 0,0 0 0,1 0 0,-2 2 0,1 0 0,0 0 0,0-1 0,0 1 0,1 0 0,-1 0 0,1 0 0,0 0 0,0 0 0,0 0 0,0 0 0,1 5 0,0-5 0,-1 1 0,1-1 0,-1 0 0,1 0 0,0 1 0,0-1 0,1 0 0,-1 0 0,1 0 0,-1 0 0,1 0 0,0 0 0,0-1 0,0 1 0,0-1 0,1 1 0,-1-1 0,1 0 0,-1 0 0,1 0 0,0 0 0,4 2 0,-7-4-32,1 0 0,-1 0-1,1-1 1,-1 1 0,1 0 0,-1 0-1,1 0 1,-1 0 0,1-1-1,-1 1 1,1 0 0,-1 0 0,1-1-1,-1 1 1,1 0 0,-1-1-1,1 1 1,-1-1 0,0 1 0,1 0-1,-1-1 1,0 1 0,1-1-1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5T13:45:46.895"/>
    </inkml:context>
    <inkml:brush xml:id="br0">
      <inkml:brushProperty name="width" value="0.35" units="cm"/>
      <inkml:brushProperty name="height" value="0.35" units="cm"/>
      <inkml:brushProperty name="color" value="#383838"/>
    </inkml:brush>
  </inkml:definitions>
  <inkml:trace contextRef="#ctx0" brushRef="#br0">0 1 24575,'30'1'0,"34"6"0,29 2 0,537-9-1365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5T13:45:50.264"/>
    </inkml:context>
    <inkml:brush xml:id="br0">
      <inkml:brushProperty name="width" value="0.35" units="cm"/>
      <inkml:brushProperty name="height" value="0.35" units="cm"/>
      <inkml:brushProperty name="color" value="#383838"/>
    </inkml:brush>
  </inkml:definitions>
  <inkml:trace contextRef="#ctx0" brushRef="#br0">0 0 24575,'140'7'0,"-125"-5"0,0 0 0,0 1 0,0 1 0,0 0 0,-1 1 0,0 1 0,16 8 0,-28-12 11,0-1 0,0 1-1,1-1 1,-1 1 0,0 0 0,0 0-1,-1 0 1,1 0 0,0 1-1,-1-1 1,1 0 0,-1 1 0,0-1-1,0 1 1,0-1 0,0 1 0,0-1-1,0 1 1,-1 0 0,1-1-1,-1 1 1,0 0 0,0 0 0,0-1-1,0 1 1,-1 0 0,0 3 0,-2 8-94,-1 0 0,0 0 1,-1 0-1,-8 15 1,-3 10-1171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05T13:46:00.183"/>
    </inkml:context>
    <inkml:brush xml:id="br0">
      <inkml:brushProperty name="width" value="0.35" units="cm"/>
      <inkml:brushProperty name="height" value="0.35" units="cm"/>
      <inkml:brushProperty name="color" value="#383838"/>
    </inkml:brush>
  </inkml:definitions>
  <inkml:trace contextRef="#ctx0" brushRef="#br0">459 330 24575,'-1'-13'0,"0"0"0,-2 0 0,1 0 0,-1 0 0,-1 1 0,-1-1 0,1 1 0,-13-21 0,-2-1 0,-40-51 0,52 76 0,1-1 0,-1 0 0,-1 1 0,0 0 0,0 1 0,-14-11 0,22 19 0,-1-1 0,1 1 0,-1 0 0,1 0 0,-1 0 0,1 0 0,-1 0 0,1-1 0,-1 1 0,1 0 0,-1 0 0,0 0 0,1 0 0,-1 1 0,1-1 0,-1 0 0,1 0 0,-1 0 0,1 0 0,-1 0 0,1 1 0,-1-1 0,1 0 0,-1 1 0,1-1 0,0 0 0,-1 0 0,1 1 0,-1-1 0,1 1 0,0-1 0,-1 1 0,1-1 0,0 0 0,-1 1 0,1-1 0,0 1 0,0-1 0,0 1 0,-1-1 0,1 1 0,0-1 0,0 1 0,0 0 0,0-1 0,0 1 0,0-1 0,0 1 0,0-1 0,0 2 0,-3 32 0,3-32 0,1 14 0,0-1 0,1 1 0,1 0 0,0-1 0,6 17 0,5 23 0,-8-28 0,-3-16 0,0 1 0,-1-1 0,0 21 0,-2-28 0,0-1 0,0 1 0,-1 0 0,1-1 0,-1 1 0,0-1 0,0 1 0,-1-1 0,1 1 0,-1-1 0,1 0 0,-1 0 0,0 0 0,0 0 0,0 0 0,-4 3 0,2 0 0,0-1 0,1 1 0,-1-1 0,1 1 0,0 0 0,1 0 0,0 1 0,-3 8 0,-6 35 0,11-48 0,0-18 0,0 5 0,0 0 0,1 1 0,0-1 0,4-15 0,-4 24 0,-1-1 0,1 0 0,1 0 0,-1 1 0,0-1 0,1 1 0,-1-1 0,1 1 0,0 0 0,-1 0 0,1-1 0,0 1 0,1 0 0,-1 1 0,0-1 0,1 0 0,-1 1 0,0-1 0,1 1 0,0 0 0,3-2 0,21-4 0,0 2 0,1 1 0,-1 0 0,1 2 0,52 4 0,44-4 0,-121 2 0,1 0 0,0 0 0,-1-1 0,1 1 0,-1-1 0,1 0 0,0 0 0,-1 0 0,0 0 0,1-1 0,-1 1 0,0-1 0,0 0 0,0 0 0,0 0 0,0 0 0,0-1 0,0 1 0,-1-1 0,1 0 0,-1 0 0,0 1 0,0-1 0,0-1 0,0 1 0,-1 0 0,1 0 0,-1-1 0,0 1 0,2-6 0,-3 8 0,1-1 0,0 0 0,-1 1 0,1-1 0,0 0 0,0 1 0,0-1 0,0 1 0,0 0 0,1-1 0,-1 1 0,0 0 0,1 0 0,-1 0 0,1 0 0,-1 0 0,1 0 0,-1 0 0,1 0 0,0 0 0,0 1 0,-1-1 0,1 1 0,0-1 0,0 1 0,-1 0 0,1 0 0,0 0 0,0 0 0,3 0 0,8 1 0,0 0 0,0 0 0,16 5 0,-14-3 0,18 3 0,-1 2 0,0 1 0,-1 1 0,41 19 0,-66-24 0,-1 0 0,1 0 0,-1 0 0,1 1 0,-2-1 0,1 1 0,-1 0 0,1 1 0,-2-1 0,5 10 0,-7-15 0,-1 1 0,0-1 0,0 0 0,0 1 0,0-1 0,0 0 0,0 1 0,0-1 0,-1 0 0,1 1 0,-1-1 0,1 0 0,-1 0 0,1 0 0,-1 1 0,0-1 0,1 0 0,-1 0 0,0 0 0,0 0 0,0 0 0,0 0 0,0 0 0,0 0 0,0-1 0,0 1 0,0 0 0,-2 0 0,-35 23 0,34-22 0,0 0 0,-1 1 0,1 0 0,0 0 0,1 0 0,-1 0 0,1 0 0,-1 1 0,1 0 0,0-1 0,0 1 0,1 0 0,-1 1 0,1-1 0,0 0 0,0 1 0,0-1 0,0 1 0,1 0 0,-1 5 0,-3 8 0,0-1 0,-1 0 0,-14 27 0,20-44 0,-1 1 0,1-1 0,0 0 0,0 1 0,0-1 0,0 0 0,-1 1 0,1-1 0,0 0 0,0 1 0,-1-1 0,1 0 0,0 0 0,0 1 0,-1-1 0,1 0 0,0 0 0,-1 0 0,1 1 0,0-1 0,-1 0 0,1 0 0,0 0 0,-1 0 0,1 0 0,0 0 0,-1 0 0,1 0 0,-1 0 0,1 0 0,0 0 0,-1 0 0,1 0 0,0 0 0,-1 0 0,1 0 0,0 0 0,-1 0 0,1 0 0,-1-1 0,-12-15 0,-4-24 0,13 18 0,3 18 0,1 0 0,-1 0 0,0-1 0,0 1 0,0 0 0,-1 0 0,0 0 0,-3-6 0,-11 13 0,9-1 0,-14 1 0,0-1 0,0 0 0,0-2 0,-24-2 0,-89-15 0,84 9 0,-36-2 0,-133 1 0,193 8 0,-39-7 0,-21 0 0,81 8 13,-1 0 41,1-1 1,0 2-1,0-1 0,-1 1 0,-8 2 0,13-3-122,-1 1 0,1-1 0,0 1-1,-1 0 1,1 0 0,0 0 0,-1 0 0,1 0 0,0 0 0,0 0 0,0 0-1,0 0 1,0 0 0,0 0 0,0 1 0,1-1 0,-1 0 0,0 1 0,1-1 0,-1 1-1,1-1 1,-1 1 0,1-1 0,0 2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0T05:30:34.6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0T05:30:38.19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 24575,'50'3'0,"66"11"0,-61-7 0,52 8 0,0-6 0,183-6 0,-247-9 0,49-12 0,33-4 0,170 16 100,-178 7-1565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0T05:31:13.1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751 677 24575,'-12'1'0,"-1"1"0,1 1 0,0 0 0,0 1 0,0 0 0,-21 10 0,-8 3 0,-26 3 0,38-12 0,-38 16 0,58-20 0,0 0 0,0 1 0,0 1 0,1 0 0,0 0 0,0 0 0,0 1 0,-6 7 0,10-10 0,1 0 0,0 0 0,0-1 0,-1 1 0,1-1 0,-1 0 0,-6 4 0,9-7 0,0 1 0,1-1 0,-1 0 0,0 0 0,0 1 0,0-1 0,0 0 0,0 0 0,0 0 0,0 0 0,0 0 0,0 0 0,0 0 0,0 0 0,0 0 0,0-1 0,0 1 0,0 0 0,0-1 0,0 1 0,1-1 0,-1 1 0,0-1 0,0 1 0,0-1 0,1 1 0,-1-1 0,0 0 0,0 1 0,1-1 0,-1 0 0,1 0 0,-1 1 0,1-1 0,-1 0 0,1 0 0,-1 0 0,1 0 0,-1-1 0,-20-44 0,15 32 0,-1-1 0,0 1 0,-1 0 0,-16-21 0,24 35 0,0-1 0,0 1 0,0 0 0,-1-1 0,1 1 0,0 0 0,0-1 0,0 1 0,-1 0 0,1 0 0,0-1 0,0 1 0,-1 0 0,1 0 0,0-1 0,0 1 0,-1 0 0,1 0 0,0 0 0,-1-1 0,1 1 0,0 0 0,-1 0 0,1 0 0,0 0 0,-1 0 0,1 0 0,0 0 0,-1 0 0,1 0 0,0 0 0,-1 0 0,1 0 0,-1 0 0,1 0 0,0 0 0,-1 0 0,1 0 0,0 1 0,-1-1 0,1 0 0,0 0 0,0 0 0,-1 0 0,1 1 0,0-1 0,-1 0 0,1 0 0,0 1 0,0-1 0,0 0 0,-1 1 0,1-1 0,0 0 0,0 0 0,0 1 0,0-1 0,-1 0 0,1 1 0,0-1 0,0 0 0,0 1 0,0-1 0,0 1 0,0-1 0,0 0 0,0 1 0,-2 30 0,1-28 0,-2 39 0,-2 1 0,-10 43 0,-8 63 0,21-77 0,4-1 0,16 105 0,-17-170 0,3 56 0,-4-47 0,0 1 0,2-1 0,0 1 0,0-1 0,9 26 0,-3-13 0,0 0 0,-2 0 0,-1 1 0,-1 0 0,-2 0 0,-2 51 0,2 17 0,6-18 0,29 119 0,-9-57 0,-20-94 0,0-11 0,3 75 0,-9-90 0,0-1 0,1-1 0,1 1 0,1 0 0,0-1 0,2 0 0,0 0 0,11 19 0,-4-6 0,-2 0 0,-1 0 0,-2 1 0,-1 0 0,-1 1 0,-2 0 0,-2 0 0,-1 52 0,-4 719 0,3-479 0,0-297 0,10 54 0,-5-50 0,1 34 0,-8 156 0,3 53 0,1-254 0,2 1 0,0-1 0,1 0 0,12 30 0,-10-33 0,-1 2 0,0-1 0,-2 1 0,-1 0 0,3 24 0,-7 33 0,-1-50 0,1-1 0,1 0 0,7 37 0,2-2 0,-4 1 0,-2 0 0,-6 93 0,-1-46 0,3-85 0,1 0 0,1 0 0,2 0 0,0 0 0,1-1 0,14 38 0,-14-45 0,-1-1 0,0 1 0,-1 0 0,1 32 0,-5 73 0,-1-54 0,2-58 0,-1 36 0,2-1 0,13 88 0,-7-76 0,-1-1 0,-4 1 0,-5 69 0,1-18 0,4-22 0,0-38 0,-2 0 0,-9 65 0,3-86 0,-1 0 0,-1 0 0,-1 0 0,-24 47 0,26-57 0,0 1 0,2 1 0,0-1 0,2 1 0,0 0 0,-1 32 0,2-33 0,0-9 0,0-1 0,0 1 0,-1-1 0,0 0 0,-1 0 0,0 0 0,0 0 0,0-1 0,-1 0 0,-9 11 0,7-9 0,1-1 0,0 1 0,0 1 0,1-1 0,0 1 0,-5 15 0,2 37 0,4-58 0,-1-10 0,-3-12 0,-27-126 0,24 90 0,-3-32 0,4 0 0,1-88 0,6 109 0,0 28 0,-3 0 0,-18-70 0,12 61 0,-7-53 0,-2-105 0,-15-112 0,32 296 0,-1-1 0,-1 2 0,-8-20 0,-10-31 0,-10-53 0,-21-92 0,48 155 0,3-1 0,4-98 0,2 74 0,-1 33 0,-4-103 0,1 135 0,-1 0 0,-1 0 0,0 0 0,-2 1 0,-13-33 0,11 34 0,2-1 0,0 0 0,1 0 0,1 0 0,0-1 0,0-20 0,4-122 0,2 83 0,-1-683 0,2 816 0,15 80 0,-8-71 0,5 36 0,-2-23 0,-3 0 0,-1 89 0,-8-129 0,2 1 0,14 62 0,0 5 0,-7 116 0,-9-213 0,0 0 0,0 1 0,1-1 0,0 0 0,0 0 0,1 0 0,0 0 0,0 0 0,1-1 0,-1 1 0,6 5 0,-3-2 0,0 1 0,0 0 0,6 19 0,-3 5 0,6 48 0,2 11 0,-12-80 0,0 1 0,1-2 0,0 1 0,1-1 0,11 17 0,18 37 0,12 60 0,10-1 0,-55-122 0,-4-11 0,-6-13 0,-10-3 0,12 17 0,0-1 0,0 0 0,1 0 0,-7-13 0,-14-43 0,3-1 0,-21-107 0,-5-139 0,41 223 0,7-121 0,2 89 0,-2 30 0,32-900 0,-19 835 0,14-117 0,15-119 0,-31 270 0,-2 47 0,28-104 0,33-67 0,-19 73 0,24-81 0,49-194 0,-119 412 0,-1 1 0,-1-50 0,2-26 0,6-53 0,-6 69 0,-2 77 0,0-1 0,0 1 0,2 0 0,0 0 0,1 0 0,1 1 0,0 0 0,15-23 0,-17 30 0,26-66 0,-29 73 0,-1 8 0,-3 10 0,-3-2 0,0 0 0,-1-1 0,-1 0 0,0 0 0,-1 0 0,-1 0 0,0-2 0,0 1 0,-1-1 0,-15 14 0,-17 12 0,-72 51 0,1 1 0,69-53 0,23-20 0,0 1 0,-31 35 0,49-48 0,0-1 0,1 1 0,-1 0 0,1 0 0,0 0 0,1 0 0,-1 0 0,1 0 0,0 1 0,1-1 0,-1 8 0,0-9 0,1 0 0,0 0 0,0 0 0,1 0 0,-1 0 0,1 0 0,0 0 0,0-1 0,0 1 0,0 0 0,1 0 0,0 0 0,-1-1 0,1 1 0,3 2 0,-5-5 0,1 0 0,0-1 0,-1 1 0,1-1 0,-1 0 0,1 1 0,0-1 0,0 1 0,-1-1 0,1 0 0,0 0 0,-1 1 0,1-1 0,0 0 0,0 0 0,0 0 0,-1 0 0,1 0 0,0 0 0,0 0 0,0 0 0,-1 0 0,1 0 0,0 0 0,0 0 0,-1-1 0,1 1 0,0 0 0,-1-1 0,1 1 0,0 0 0,0-1 0,0 0 0,23-22 0,-18 17 0,77-83 0,133-130 0,-34 60 0,-173 150 0,0-1 0,0 0 0,-1 0 0,-1-1 0,8-14 0,-8 12 0,0 2 0,1-1 0,0 1 0,1 1 0,13-14 0,57-50 0,40-33 0,-40 54 0,-53 37 0,40-32 0,-53 36 0,-2 1 0,1 1 0,0 0 0,1 0 0,0 2 0,1-1 0,-1 2 0,1-1 0,27-8 0,-4 6 0,9-1 0,-1-2 0,0-2 0,61-29 0,-59 22 0,1 2 0,56-15 0,-64 22 0,41-10 0,-54 17 0,0-2 0,-1-1 0,0-1 0,25-13 0,53-46 0,-64 41 0,-35 25 0,1 0 0,0 0 0,0 0 0,1 1 0,-1 0 0,0 0 0,1 1 0,-1 0 0,14-1 0,65 3 0,-47 1 0,-4-2 0,139 10 0,-148-7 0,-1 2 0,1 0 0,-1 2 0,-1 0 0,25 13 0,43 18 0,100 28 0,-178-63 0,1 0 0,0-1 0,24 0 0,-25-2 0,0 1 0,-1 0 0,1 1 0,19 5 0,-29-5 0,1 1 0,-1-1 0,1 1 0,-1 0 0,0 0 0,0 0 0,0 1 0,-1-1 0,1 0 0,-1 1 0,0 0 0,0 0 0,0-1 0,0 1 0,2 8 0,13 22 0,-4-18 0,2-1 0,0 0 0,0-2 0,1 1 0,1-2 0,0 0 0,0-1 0,30 13 0,-35-19 0,-1-1 0,1-1 0,0 0 0,0 0 0,0-1 0,22 1 0,80-6 0,-52 0 0,1144 1 0,-629 4 0,-561-1 0,0 1 0,-1 1 0,1 0 0,-1 1 0,17 6 0,46 11 0,-23-16 0,1-2 0,-1-3 0,1-2 0,56-10 0,91-3 0,-72 18 0,107-5 0,-160-10 0,-50 7 0,45-3 0,612 7 0,-332 3 0,-210-1 0,157-3 0,-53-21 0,-158 23 0,35-2 0,-64-10 0,-46 8 0,1 1 0,23-2 0,371 2 0,-208 5 0,350-2 0,-502 2 0,52 9 0,39 3 0,-106-14 0,23 1 0,93 12 0,-89-6 0,1-3 0,79-4 0,-59-1 0,-46-1 0,0-2 0,58-14 0,-1 1 0,81 5 0,4-1 0,-86 4 0,172 6 0,-131 5 0,-53-2 0,1 4 0,156 27 0,-56 1 0,-142-26 0,1-1 0,0-2 0,79-6 0,-29 1 0,468 2 0,-547 1 0,0 0 0,0 1 0,0 0 0,-1 1 0,1 1 0,17 7 0,-15-5 0,0-2 0,0 1 0,0-2 0,15 3 0,42-2 0,0-3 0,0-3 0,79-13 0,-33 3 0,99-13 0,-148 14 0,-42 6 0,0 1 0,30-1 0,929 4 0,-468 3 0,-448-5 0,103-19 0,39-2 0,137 0 0,-215 23 0,15-1 0,-64-10 0,-49 7 0,42-3 0,-2 8 0,-21 0 0,-1-2 0,55-10 0,-71 7 0,-1 1 0,1 2 0,0 1 0,0 2 0,-1 2 0,1 1 0,-1 2 0,0 1 0,53 18 0,-16-4 0,-47-15 0,1 2 0,-1 1 0,39 19 0,-59-24 0,1 1 0,0 0 0,-1 1 0,0 0 0,0-1 0,-1 2 0,1-1 0,-1 0 0,5 13 0,9 11 0,-3-5 0,-1-1 0,-1 2 0,-2-1 0,11 33 0,25 114 0,-14-45 0,-22-84 0,-9-32 0,1 0 0,0 0 0,1 0 0,0 0 0,0 0 0,1-1 0,12 18 0,-9-17 0,0-1 0,-1 1 0,0 0 0,0 1 0,-1-1 0,-1 1 0,0 0 0,6 26 0,2 10 0,19 49 0,-18-58 0,-2-1 0,12 65 0,-18-74 0,1-1 0,20 53 0,6 19 0,-13 3 0,-3 0 0,-6 1 0,-2 172 0,-8-258 0,0 0 0,1 0 0,1 0 0,1-1 0,10 29 0,40 80 0,-26-67 0,26 78 0,-44-105 0,-2 1 0,0 0 0,-3 0 0,3 46 0,6 39-1365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0T05:31:22.331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24575,'1'22'0,"1"0"0,0 0 0,2 0 0,13 42 0,-1-19 0,26 53 0,-36-83 0,-1 0 0,0 0 0,-1 0 0,2 18 0,-4-20 0,0-1 0,1 0 0,0 1 0,1-1 0,0 0 0,1-1 0,11 20 0,5 2 0,-1 1 0,-2 1 0,-1 1 0,-2 0 0,16 58 0,-21-60 244,-5-20-780,-1 1-1,4 24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0T05:31:40.27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24575,'3'1'0,"1"0"0,-1 0 0,0 0 0,0 0 0,0 1 0,0 0 0,-1-1 0,1 1 0,0 0 0,-1 0 0,5 4 0,11 8 0,89 49 0,-80-47 0,0 1 0,47 39 0,-1-1 0,-55-42 0,-1 0 0,-1 1 0,0 1 0,-1 0 0,-1 1 0,0 1 0,11 19 0,-11-18 0,32 33 0,-31-36 0,-1 0 0,22 32 0,64 125 0,-84-146-281,1-1-1,35 38 1,-45-55-240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0T05:32:09.9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28 24575,'14'-5'0,"0"1"0,0 0 0,0 1 0,0 0 0,0 1 0,1 1 0,28 0 0,-13 1 0,512-4 0,-307 5 0,-200 1 0,1 2 0,-2 1 0,36 10 0,-34-7 0,1-1 0,60 4 0,-60-10 0,0 1 0,46 9 0,17 3 0,-64-10 0,-1 2 0,52 14 0,-58-13 0,-1-1 0,51 4 0,-15-2 0,-22-3 0,1-2 0,0-2 0,59-5 0,126-27 0,-191 25 0,40-2 0,1 3 0,97 7 0,-49 0 0,1149-2 0,-1238 2 0,52 9 0,-51-5 0,48 1 0,-59-6 0,48 10 0,-47-6 0,40 2 0,-59-6 0,-1 0 0,1 1 0,-1 0 0,1 1 0,-1 0 0,0 0 0,12 7 0,-11-6 0,0 1 0,1-2 0,0 1 0,0-1 0,13 2 0,16-2 0,40-2 0,-45-1 0,0 1 0,35 5 0,-19 2 0,0-3 0,0-1 0,94-6 0,-20-23 0,-72 16 0,-16 3 0,74-5 0,45 14 0,129-5 0,-218-6 0,76-20 0,-93 18 0,-1-1 0,0 3 0,1 2 0,58 1 0,2 4 0,100 4 0,-121 9 0,-53-7 0,41 2 0,-53-5 0,42 8 0,17 2 0,-52-9 0,34 7 0,-36-4 0,49 2 0,633-7 0,-339-3 0,145 2 0,-495 2 0,-1 0 0,32 7 0,27 3 0,8-11 0,-51-1 0,-1 1 0,0 1 0,39 9 0,-43-6 0,0-1 0,0-2 0,35-1 0,-31-2 0,0 3 0,36 5 0,-14 0 0,0-3 0,71-2 0,28 0 0,-63 10 0,-58-6 0,52 1 0,-76-7 0,63 2 0,0-4 0,87-14 0,-101 5 0,-17 2 0,0 2 0,62-1 0,-88 6 0,0 0 0,0-1 0,0 0 0,-1-2 0,1 0 0,21-10 0,-17 7 0,0 1 0,44-10 0,29 8 0,1 4 0,97 8 0,-39 1 0,323-36 0,-305 15 0,20-2 0,264-13 0,1777 33-1365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0T05:32:33.16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868 7670 24575,'1'-4'0,"1"-1"0,-1 1 0,1 0 0,0 0 0,0 0 0,0 0 0,1 1 0,4-7 0,1 0 0,-2 0 0,0 1 0,-1-1 0,0 0 0,0 0 0,-1-1 0,-1 1 0,0-1 0,0 0 0,-1 0 0,0 0 0,-1 0 0,0-12 0,1-4 0,1 0 0,0 0 0,16-53 0,35-77 0,-25 79 0,-19 49 0,-2 0 0,-1-1 0,-1 0 0,-2 0 0,-1 0 0,-1-58 0,-3 18 0,1 28 0,-1 1 0,-2-1 0,-2 1 0,-14-56 0,11 67 0,2-1 0,1 0 0,-2-48 0,8-98 0,1 68 0,0-23 0,-5-158 0,-20 145 0,10 46 0,7 65 0,-1-56 0,8-624 0,1 676 0,2 0 0,15-67 0,-10 64 0,6-79 0,-12 94 0,1 1 0,11-43 0,2-13 0,-7-29 0,-7-192 0,-6 146 0,4 118 0,0 13 0,-1 1 0,-1 0 0,-1 0 0,-1-1 0,-7-22 0,-1 2 0,2 0 0,1 0 0,-1-65 0,9-142 0,1 45 0,-12-37 0,-3-95 0,3 169 0,-1 29 0,12 14 0,-1-38 0,-2 145 0,-1 0 0,-1 0 0,0 0 0,-2 1 0,0-1 0,-11-20 0,8 21 0,2-1 0,0 0 0,1-1 0,1 0 0,-5-31 0,2-14 0,-18-68 0,14 82 0,3 0 0,-7-99 0,15 128 0,-2 0 0,0 0 0,-2 0 0,0 0 0,-2 1 0,0 0 0,-1 0 0,-2 1 0,-20-32 0,21 38 0,0-1 0,-2 1 0,0 1 0,0 0 0,-1 1 0,-1 0 0,-17-12 0,-24-18 0,42 31 0,-1 1 0,-21-13 0,29 20 0,-1 1 0,0 0 0,0 0 0,0 1 0,0 0 0,-1 0 0,1 0 0,-16 0 0,-72 1 0,58 2 0,-75-8 0,-61-32 0,181 43 0,0 1 0,0 0 0,0 0 0,-1 1 0,1 0 0,-1 0 0,11 13 0,35 28 0,-28-28 0,0 0 0,-2 2 0,-1 0 0,0 2 0,29 39 0,-40-48 0,1-1 0,1 0 0,25 19 0,-27-24 0,-1-1 0,0 2 0,-1 0 0,0 0 0,-1 0 0,1 1 0,-2 1 0,12 19 0,-14-19 0,1 0 0,0 0 0,0-1 0,1 0 0,0 0 0,1 0 0,0-1 0,1-1 0,0 1 0,0-1 0,17 10 0,33 29 0,-45-35 0,2 1 0,-1-2 0,2 0 0,-1-1 0,26 12 0,89 34 0,-38-25-1365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0T05:32:40.43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436 2525 24575,'-2'-186'0,"5"-193"0,8 217 0,2-125 0,6-891 0,-13 846 0,-22 461 0,4 645 0,15-467 0,-3 690 0,1-979 0,0-1 0,9 34 0,2 23 0,-10-28 0,-2-13 0,9 52 0,2 0 0,-4 2 0,-8 146 0,-1-97 0,4-46 0,-5 95 0,-9-108 0,7-51 0,-3 46 0,6 422 0,4-238 0,0-212 0,9 51 0,2 24 0,1 60 0,-3-62 0,0-8 0,4 99 0,-16 509 0,13-550 0,1-14 0,-29 221 0,-14-117 0,27-213 0,2 55 0,0 10 0,-1-96 0,0 0 0,-1 0 0,-1 0 0,0 0 0,0-1 0,-1 1 0,-1-1 0,-7 11 0,3-6 0,-1-2 0,0 1 0,-1-1 0,0-1 0,-15 14 0,23-25 0,0 1 0,0-1 0,0 0 0,0-1 0,0 1 0,-1-1 0,1 0 0,-1 0 0,-8 2 0,11-3 0,0-1 0,-1 1 0,1-1 0,-1 0 0,1 0 0,-1 0 0,1-1 0,0 1 0,-1-1 0,1 1 0,-1-1 0,1 0 0,0 0 0,0 0 0,-1 0 0,1 0 0,0 0 0,0-1 0,0 1 0,0-1 0,-2-2 0,-168-139 0,137 112 0,15 15 0,1-2 0,-31-37 0,49 54 0,0 0 0,0 0 0,0-1 0,0 1 0,1 0 0,-1 0 0,0 0 0,1-1 0,-1 1 0,1-1 0,-1 1 0,1 0 0,0-1 0,0 1 0,-1-1 0,1 1 0,0 0 0,0-1 0,1 1 0,-1-1 0,0 1 0,0 0 0,1-1 0,-1 1 0,1-1 0,0-1 0,2 0 0,-1-1 0,1 1 0,0 0 0,0 0 0,1 0 0,-1 0 0,5-2 0,16-17 0,-14 12-124,-1-1 0,-1-1 0,0 0 0,0 0 0,-1 0 0,-1-1-1,0 0 1,0 0 0,-2 0 0,4-16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0T05:32:47.29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1694 24575,'22'-1'0,"0"-1"0,21-5 0,16-2 0,116-21 0,-65 9 0,-52 16 0,-45 5 0,0-1 0,0-1 0,0 0 0,-1 0 0,1-1 0,16-7 0,301-146 0,-296 142 0,-23 10 0,0-1 0,0 0 0,15-10 0,94-69 0,123-83 0,-230 160 0,0-2 0,-1 1 0,0-2 0,18-18 0,-26 23 0,0 0 0,-1 0 0,1-1 0,-1 1 0,0-1 0,-1 0 0,1 1 0,-1-1 0,-1 0 0,1 0 0,-1-1 0,0 1 0,1-12 0,-3-52 0,-1 55 0,1-1 0,1 0 0,1 0 0,0 1 0,1-1 0,0 1 0,8-25 0,3 11 0,2 1 0,18-29 0,-28 50 0,3-9 0,-1 0 0,0-1 0,8-28 0,9-22 0,-17 51 0,-1 1 0,-1-1 0,-1 0 0,0 0 0,3-31 0,-5-81 0,-3 87 0,2 23 34,1-1 0,0 1 0,2-1 0,0 1 0,9-23-1,5-25-1601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0T05:32:52.06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0 216 24575,'1'-2'0,"0"0"0,0 0 0,1 1 0,-1-1 0,0 0 0,0 1 0,1-1 0,-1 1 0,1-1 0,0 1 0,-1 0 0,1-1 0,0 1 0,0 0 0,0 0 0,0 0 0,0 1 0,0-1 0,0 0 0,2 0 0,2-1 0,52-21 0,62-30 0,-55 21-682,132-46-1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0T05:33:10.37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384 0 24575,'750'0'0,"-739"1"0,0 1 0,0 0 0,0 1 0,-1-1 0,1 2 0,-1 0 0,1 0 0,-1 1 0,-1 0 0,16 11 0,-11-8 0,1 1 0,-1-2 0,30 11 0,25-6 0,-90-14 0,1 2 0,0 0 0,-1 1 0,1 1 0,0 1 0,0 0 0,0 2 0,1 0 0,-1 2 0,-20 9 0,-16 10 0,0-3 0,-1-3 0,-110 25 0,98-34 0,0-4 0,-1-2 0,-109-7 0,53-1 0,67 5 0,-76 11 0,10-2 0,124-11 0,1 0 0,0 0 0,0 0 0,-1 1 0,1-1 0,0 0 0,0 0 0,-1 0 0,1 0 0,0 0 0,-1 0 0,1 0 0,0 0 0,-1 0 0,1 0 0,0 0 0,0 0 0,-1 0 0,1 0 0,0 0 0,-1-1 0,1 1 0,0 0 0,0 0 0,-1 0 0,1 0 0,0 0 0,0-1 0,-1 1 0,1 0 0,0 0 0,0 0 0,0-1 0,-1 1 0,1 0 0,0 0 0,0-1 0,0 1 0,0 0 0,0 0 0,-1-1 0,1 1 0,0 0 0,0-1 0,0 1 0,12-14 0,26-12 0,-35 24 0,5-2 0,0 0 0,0 0 0,1 1 0,0 0 0,0 1 0,0 0 0,0 0 0,10-1 0,15-2 0,-31 4 0,1 0 0,-1 0 0,1-1 0,-1 1 0,0-1 0,0 0 0,0 0 0,0 0 0,0-1 0,0 1 0,0 0 0,-1-1 0,1 0 0,-1 0 0,0 0 0,0 0 0,0 0 0,2-4 0,-2 3 0,1 0 0,-1 1 0,1-1 0,0 0 0,0 1 0,1-1 0,-1 1 0,1 0 0,-1 0 0,7-3 0,13-5 0,-17 8 0,0 1 0,0-1 0,0 0 0,-1 0 0,1-1 0,-1 0 0,0 0 0,0 0 0,0 0 0,-1-1 0,5-5 0,-4 4 108,10-14 85,-14 19-269,-1 0 1,1 1-1,-1-1 0,1 0 0,-1 0 1,0 1-1,1-1 0,-1 0 0,0 0 1,0 1-1,1-1 0,-1 0 1,0 0-1,0 0 0,0 1 0,0-1 1,0 0-1,0 0 0,0 0 0,0 0 1,-1-1-1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0T05:33:18.885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24575,'1'1'0,"-1"1"0,1-1 0,0 0 0,-1 0 0,1 1 0,0-1 0,-1 0 0,1 0 0,0 0 0,0 0 0,0 0 0,0 0 0,0 0 0,0 0 0,0 0 0,1-1 0,-1 1 0,2 0 0,28 15 0,-24-12 0,36 20 0,-2 2 0,-1 2 0,57 51 0,-37-35 0,-45-34 0,-1 0 0,0 1 0,0 1 0,-1 0 0,19 23 0,-21-20 0,0 0 0,1-1 0,1 0 0,0-1 0,1 0 0,0-1 0,1-1 0,0-1 0,1 0 0,0 0 0,1-2 0,29 12 0,-23-12 0,-1 1 0,35 20 0,-43-20 0,0-1 0,1-1 0,0 0 0,1-1 0,-1-1 0,1 0 0,27 4 0,-7-9 342,-34 0-428,-1-1 1,1 1 0,0 0-1,-1-1 1,1 1 0,0-1-1,-1 1 1,1-1 0,-1 0-1,1 0 1,-1 0 0,0 0-1,1 0 1,-1 0 0,0 0-1,0 0 1,1 0 0,-1-1-1,1-1 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9-10T05:33:26.7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1017 127 24575,'378'20'0,"-281"-14"0,0-3 0,162-18 0,39 1 0,-293 14 0,-2 0 0,0 0 0,-1 1 0,1-1 0,0 0 0,-1-1 0,1 1 0,0 0 0,-1-1 0,1 1 0,0-1 0,-1 0 0,1 0 0,-1 0 0,0 0 0,4-3 0,-6 4 0,0-1 0,0 0 0,0 1 0,0-1 0,0 0 0,0 1 0,0-1 0,0 0 0,0 1 0,0-1 0,-1 0 0,1 1 0,0-1 0,-1 0 0,1 1 0,0-1 0,-1 1 0,1-1 0,0 1 0,-1-1 0,1 1 0,-1-1 0,1 1 0,-1-1 0,0 1 0,1 0 0,-1-1 0,1 1 0,-1 0 0,0-1 0,1 1 0,-1 0 0,0 0 0,-23-12 0,-17-2 0,0 2 0,0 1 0,-2 3 0,1 1 0,-65-2 0,-121 12 0,-258-5 0,380-11 0,72 7 0,-53-1 0,-13 5 0,-199 5 0,134 22 0,13-1 0,-15-21 0,167-3 0,-1-1 0,0 1 0,0 0 0,0 0 0,0 0 0,0 0 0,0 0 0,1 0 0,-1 1 0,0-1 0,0 0 0,0 0 0,0 0 0,1 1 0,-1-1 0,0 1 0,0-1 0,1 0 0,-1 1 0,0-1 0,1 1 0,-1 0 0,0-1 0,0 2 0,1-1 0,1 0 0,-1 0 0,1 0 0,-1-1 0,1 1 0,-1 0 0,1 0 0,0-1 0,0 1 0,-1 0 0,1-1 0,0 1 0,0-1 0,0 1 0,0-1 0,-1 0 0,2 1 0,46 17 0,-8-11 0,-1-2 0,1-2 0,-1-2 0,52-4 0,0 1 0,337 2 0,-408-2 47,-1 0 1,0-1-1,0-1 0,0-1 0,-1-1 1,24-10-1,-20 8-471,0 0 0,0 1 0,38-6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790738-CFC9-4A5E-8424-6B42AA5706F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54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9/25/2024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9/25/2024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9/25/2024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9/25/2024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openxmlformats.org/officeDocument/2006/relationships/customXml" Target="../ink/ink7.xml"/><Relationship Id="rId26" Type="http://schemas.openxmlformats.org/officeDocument/2006/relationships/hyperlink" Target="https://github.com/Adityakyadav/ALUMights.git" TargetMode="External"/><Relationship Id="rId39" Type="http://schemas.openxmlformats.org/officeDocument/2006/relationships/customXml" Target="../ink/ink17.xml"/><Relationship Id="rId21" Type="http://schemas.openxmlformats.org/officeDocument/2006/relationships/image" Target="../media/image12.png"/><Relationship Id="rId34" Type="http://schemas.openxmlformats.org/officeDocument/2006/relationships/image" Target="../media/image18.png"/><Relationship Id="rId42" Type="http://schemas.openxmlformats.org/officeDocument/2006/relationships/image" Target="../media/image22.png"/><Relationship Id="rId47" Type="http://schemas.openxmlformats.org/officeDocument/2006/relationships/customXml" Target="../ink/ink21.xml"/><Relationship Id="rId50" Type="http://schemas.openxmlformats.org/officeDocument/2006/relationships/image" Target="../media/image26.png"/><Relationship Id="rId55" Type="http://schemas.openxmlformats.org/officeDocument/2006/relationships/image" Target="../media/image3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6.xml"/><Relationship Id="rId29" Type="http://schemas.openxmlformats.org/officeDocument/2006/relationships/customXml" Target="../ink/ink12.xml"/><Relationship Id="rId11" Type="http://schemas.openxmlformats.org/officeDocument/2006/relationships/image" Target="../media/image7.png"/><Relationship Id="rId24" Type="http://schemas.openxmlformats.org/officeDocument/2006/relationships/customXml" Target="../ink/ink10.xml"/><Relationship Id="rId32" Type="http://schemas.openxmlformats.org/officeDocument/2006/relationships/image" Target="../media/image17.png"/><Relationship Id="rId37" Type="http://schemas.openxmlformats.org/officeDocument/2006/relationships/customXml" Target="../ink/ink16.xml"/><Relationship Id="rId40" Type="http://schemas.openxmlformats.org/officeDocument/2006/relationships/image" Target="../media/image21.png"/><Relationship Id="rId45" Type="http://schemas.openxmlformats.org/officeDocument/2006/relationships/customXml" Target="../ink/ink20.xml"/><Relationship Id="rId53" Type="http://schemas.openxmlformats.org/officeDocument/2006/relationships/image" Target="../media/image28.png"/><Relationship Id="rId58" Type="http://schemas.openxmlformats.org/officeDocument/2006/relationships/image" Target="../media/image33.png"/><Relationship Id="rId5" Type="http://schemas.openxmlformats.org/officeDocument/2006/relationships/image" Target="../media/image2.png"/><Relationship Id="rId19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6.png"/><Relationship Id="rId14" Type="http://schemas.openxmlformats.org/officeDocument/2006/relationships/customXml" Target="../ink/ink5.xml"/><Relationship Id="rId22" Type="http://schemas.openxmlformats.org/officeDocument/2006/relationships/customXml" Target="../ink/ink9.xml"/><Relationship Id="rId27" Type="http://schemas.openxmlformats.org/officeDocument/2006/relationships/customXml" Target="../ink/ink11.xml"/><Relationship Id="rId30" Type="http://schemas.openxmlformats.org/officeDocument/2006/relationships/image" Target="../media/image16.png"/><Relationship Id="rId35" Type="http://schemas.openxmlformats.org/officeDocument/2006/relationships/customXml" Target="../ink/ink15.xml"/><Relationship Id="rId43" Type="http://schemas.openxmlformats.org/officeDocument/2006/relationships/customXml" Target="../ink/ink19.xml"/><Relationship Id="rId48" Type="http://schemas.openxmlformats.org/officeDocument/2006/relationships/image" Target="../media/image25.png"/><Relationship Id="rId56" Type="http://schemas.openxmlformats.org/officeDocument/2006/relationships/image" Target="../media/image31.png"/><Relationship Id="rId8" Type="http://schemas.openxmlformats.org/officeDocument/2006/relationships/customXml" Target="../ink/ink2.xml"/><Relationship Id="rId51" Type="http://schemas.openxmlformats.org/officeDocument/2006/relationships/customXml" Target="../ink/ink23.xml"/><Relationship Id="rId3" Type="http://schemas.openxmlformats.org/officeDocument/2006/relationships/image" Target="../media/image3.png"/><Relationship Id="rId12" Type="http://schemas.openxmlformats.org/officeDocument/2006/relationships/customXml" Target="../ink/ink4.xml"/><Relationship Id="rId17" Type="http://schemas.openxmlformats.org/officeDocument/2006/relationships/image" Target="../media/image10.png"/><Relationship Id="rId25" Type="http://schemas.openxmlformats.org/officeDocument/2006/relationships/image" Target="../media/image14.png"/><Relationship Id="rId33" Type="http://schemas.openxmlformats.org/officeDocument/2006/relationships/customXml" Target="../ink/ink14.xml"/><Relationship Id="rId38" Type="http://schemas.openxmlformats.org/officeDocument/2006/relationships/image" Target="../media/image20.png"/><Relationship Id="rId46" Type="http://schemas.openxmlformats.org/officeDocument/2006/relationships/image" Target="../media/image24.png"/><Relationship Id="rId20" Type="http://schemas.openxmlformats.org/officeDocument/2006/relationships/customXml" Target="../ink/ink8.xml"/><Relationship Id="rId41" Type="http://schemas.openxmlformats.org/officeDocument/2006/relationships/customXml" Target="../ink/ink18.xml"/><Relationship Id="rId54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5" Type="http://schemas.openxmlformats.org/officeDocument/2006/relationships/image" Target="../media/image9.png"/><Relationship Id="rId23" Type="http://schemas.openxmlformats.org/officeDocument/2006/relationships/image" Target="../media/image13.png"/><Relationship Id="rId28" Type="http://schemas.openxmlformats.org/officeDocument/2006/relationships/image" Target="../media/image15.png"/><Relationship Id="rId36" Type="http://schemas.openxmlformats.org/officeDocument/2006/relationships/image" Target="../media/image19.png"/><Relationship Id="rId49" Type="http://schemas.openxmlformats.org/officeDocument/2006/relationships/customXml" Target="../ink/ink22.xml"/><Relationship Id="rId57" Type="http://schemas.openxmlformats.org/officeDocument/2006/relationships/image" Target="../media/image32.png"/><Relationship Id="rId10" Type="http://schemas.openxmlformats.org/officeDocument/2006/relationships/customXml" Target="../ink/ink3.xml"/><Relationship Id="rId31" Type="http://schemas.openxmlformats.org/officeDocument/2006/relationships/customXml" Target="../ink/ink13.xml"/><Relationship Id="rId44" Type="http://schemas.openxmlformats.org/officeDocument/2006/relationships/image" Target="../media/image23.png"/><Relationship Id="rId52" Type="http://schemas.openxmlformats.org/officeDocument/2006/relationships/image" Target="../media/image2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3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s://www.youtube.com/@CodeWithHarry" TargetMode="External"/><Relationship Id="rId7" Type="http://schemas.openxmlformats.org/officeDocument/2006/relationships/hyperlink" Target="http://www.google.com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@cs50" TargetMode="External"/><Relationship Id="rId5" Type="http://schemas.openxmlformats.org/officeDocument/2006/relationships/hyperlink" Target="https://www.youtube.com/@freecodecamp" TargetMode="External"/><Relationship Id="rId4" Type="http://schemas.openxmlformats.org/officeDocument/2006/relationships/hyperlink" Target="https://www.youtube.com/@ApnaCollegeOfficial" TargetMode="External"/><Relationship Id="rId9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60163" y="1879065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-299528" y="-23715"/>
            <a:ext cx="10363200" cy="1378278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  <a:latin typeface="Tw Cen MT" panose="020B0602020104020603" pitchFamily="34" charset="0"/>
              </a:rPr>
              <a:t>SMART INDIA HACKATHON 2024</a:t>
            </a:r>
            <a:endParaRPr lang="en-IN" b="1" dirty="0">
              <a:solidFill>
                <a:schemeClr val="tx2"/>
              </a:solidFill>
              <a:latin typeface="Tw Cen MT" panose="020B0602020104020603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45686" y="773497"/>
            <a:ext cx="4964219" cy="531100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endParaRPr lang="en-US" sz="20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US" sz="2400" b="1" dirty="0">
                <a:solidFill>
                  <a:srgbClr val="00B05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SIH1633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US" sz="2400" b="1" u="sng" dirty="0">
                <a:solidFill>
                  <a:srgbClr val="00B05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Intelligent platform to Interconnect Alumni and Student for Technical Education Department, Govt. of Rajasthan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b="1" dirty="0">
                <a:latin typeface="Agency FB" panose="020B0503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Smart Education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PS Category-  </a:t>
            </a:r>
            <a:r>
              <a:rPr lang="en-US" sz="2400" b="1" u="sng" dirty="0">
                <a:solidFill>
                  <a:srgbClr val="00B05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Team ID- </a:t>
            </a:r>
            <a:r>
              <a:rPr lang="en-US" sz="2400" b="1" dirty="0">
                <a:solidFill>
                  <a:srgbClr val="00B05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30994</a:t>
            </a:r>
            <a:endParaRPr lang="en-US" sz="2400" b="1" dirty="0">
              <a:solidFill>
                <a:schemeClr val="accent6">
                  <a:lumMod val="75000"/>
                </a:schemeClr>
              </a:solidFill>
              <a:latin typeface="Agency FB" panose="020B0503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Team Name-  </a:t>
            </a:r>
            <a:r>
              <a:rPr lang="en-US" sz="2400" b="1" dirty="0">
                <a:solidFill>
                  <a:srgbClr val="00B050"/>
                </a:solidFill>
                <a:latin typeface="Agency FB" panose="020B0503020202020204" pitchFamily="34" charset="0"/>
                <a:cs typeface="Arial" panose="020B0604020202020204" pitchFamily="34" charset="0"/>
              </a:rPr>
              <a:t>ALUMights</a:t>
            </a:r>
          </a:p>
        </p:txBody>
      </p:sp>
      <p:pic>
        <p:nvPicPr>
          <p:cNvPr id="2" name="Google Shape;93;p2">
            <a:extLst>
              <a:ext uri="{FF2B5EF4-FFF2-40B4-BE49-F238E27FC236}">
                <a16:creationId xmlns:a16="http://schemas.microsoft.com/office/drawing/2014/main" id="{4EB760C0-AC80-452B-64A5-C4C058FDB8E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79059" y="-28284"/>
            <a:ext cx="2246575" cy="9512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i="1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750801" y="136522"/>
            <a:ext cx="10331339" cy="741807"/>
          </a:xfrm>
        </p:spPr>
        <p:txBody>
          <a:bodyPr/>
          <a:lstStyle/>
          <a:p>
            <a:pPr eaLnBrk="1" hangingPunct="1"/>
            <a:r>
              <a:rPr lang="en-US" b="1" dirty="0">
                <a:latin typeface="Tw Cen MT" panose="020B0602020104020603" pitchFamily="34" charset="0"/>
                <a:ea typeface="ＭＳ Ｐゴシック"/>
                <a:cs typeface="Times New Roman"/>
              </a:rPr>
              <a:t>IDEA / AIM</a:t>
            </a:r>
            <a:endParaRPr lang="en-US" sz="4800" b="1" dirty="0">
              <a:latin typeface="Tw Cen MT" panose="020B0602020104020603" pitchFamily="34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1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9059" y="-28284"/>
            <a:ext cx="2246575" cy="95121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EF39FE9-1370-E8FB-B625-4859FA081FE0}"/>
              </a:ext>
            </a:extLst>
          </p:cNvPr>
          <p:cNvSpPr/>
          <p:nvPr/>
        </p:nvSpPr>
        <p:spPr>
          <a:xfrm>
            <a:off x="366366" y="104932"/>
            <a:ext cx="1887516" cy="65211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ALUMights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85" name="TextBox 15484">
            <a:extLst>
              <a:ext uri="{FF2B5EF4-FFF2-40B4-BE49-F238E27FC236}">
                <a16:creationId xmlns:a16="http://schemas.microsoft.com/office/drawing/2014/main" id="{5C0F71B6-5909-7E85-5DBE-5E8C0269C07E}"/>
              </a:ext>
            </a:extLst>
          </p:cNvPr>
          <p:cNvSpPr txBox="1"/>
          <p:nvPr/>
        </p:nvSpPr>
        <p:spPr>
          <a:xfrm>
            <a:off x="1794217" y="937284"/>
            <a:ext cx="2499877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b="1" dirty="0">
                <a:solidFill>
                  <a:srgbClr val="0070C0"/>
                </a:solidFill>
                <a:latin typeface="Tw Cen MT" panose="020B0602020104020603" pitchFamily="34" charset="0"/>
                <a:ea typeface="ＭＳ Ｐゴシック"/>
                <a:cs typeface="Calibri"/>
              </a:rPr>
              <a:t>Idea / Solution</a:t>
            </a:r>
            <a:endParaRPr lang="en-GB" sz="3200" b="1" dirty="0">
              <a:solidFill>
                <a:srgbClr val="0070C0"/>
              </a:solidFill>
              <a:latin typeface="Tw Cen MT" panose="020B0602020104020603" pitchFamily="34" charset="0"/>
              <a:cs typeface="Calibri"/>
            </a:endParaRPr>
          </a:p>
        </p:txBody>
      </p:sp>
      <p:sp>
        <p:nvSpPr>
          <p:cNvPr id="15486" name="TextBox 15485">
            <a:extLst>
              <a:ext uri="{FF2B5EF4-FFF2-40B4-BE49-F238E27FC236}">
                <a16:creationId xmlns:a16="http://schemas.microsoft.com/office/drawing/2014/main" id="{8A48B4E2-296B-C9E4-C164-195B0A33133E}"/>
              </a:ext>
            </a:extLst>
          </p:cNvPr>
          <p:cNvSpPr txBox="1"/>
          <p:nvPr/>
        </p:nvSpPr>
        <p:spPr>
          <a:xfrm>
            <a:off x="244799" y="1566532"/>
            <a:ext cx="567167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w Cen MT" panose="020B0602020104020603" pitchFamily="34" charset="0"/>
                <a:ea typeface="ＭＳ Ｐゴシック"/>
                <a:cs typeface="Arial"/>
              </a:rPr>
              <a:t>Implementation of the Alumni Association platform for the University/Institute.</a:t>
            </a:r>
            <a:endParaRPr lang="en-GB" sz="2000" b="1" dirty="0">
              <a:latin typeface="Tw Cen MT" panose="020B0602020104020603" pitchFamily="34" charset="0"/>
              <a:ea typeface="ＭＳ Ｐゴシック"/>
              <a:cs typeface="Arial"/>
            </a:endParaRPr>
          </a:p>
        </p:txBody>
      </p:sp>
      <p:sp>
        <p:nvSpPr>
          <p:cNvPr id="15487" name="TextBox 15486">
            <a:extLst>
              <a:ext uri="{FF2B5EF4-FFF2-40B4-BE49-F238E27FC236}">
                <a16:creationId xmlns:a16="http://schemas.microsoft.com/office/drawing/2014/main" id="{08327E4D-3B1A-4A8F-2180-C437960AAD3E}"/>
              </a:ext>
            </a:extLst>
          </p:cNvPr>
          <p:cNvSpPr txBox="1"/>
          <p:nvPr/>
        </p:nvSpPr>
        <p:spPr>
          <a:xfrm>
            <a:off x="361396" y="2380446"/>
            <a:ext cx="5381524" cy="37548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GB" sz="2000" dirty="0">
                <a:latin typeface="Tw Cen MT" panose="020B0602020104020603" pitchFamily="34" charset="0"/>
                <a:ea typeface="ＭＳ Ｐゴシック"/>
                <a:cs typeface="Calibri"/>
              </a:rPr>
              <a:t>Web application with </a:t>
            </a:r>
            <a:r>
              <a:rPr lang="en-GB" sz="2000" b="1" dirty="0">
                <a:latin typeface="Tw Cen MT" panose="020B0602020104020603" pitchFamily="34" charset="0"/>
                <a:ea typeface="ＭＳ Ｐゴシック"/>
                <a:cs typeface="Calibri"/>
              </a:rPr>
              <a:t>two portals</a:t>
            </a:r>
            <a:r>
              <a:rPr lang="en-GB" sz="2000" dirty="0">
                <a:latin typeface="Tw Cen MT" panose="020B0602020104020603" pitchFamily="34" charset="0"/>
                <a:ea typeface="ＭＳ Ｐゴシック"/>
                <a:cs typeface="Calibri"/>
              </a:rPr>
              <a:t> for Students and Colleges on the </a:t>
            </a:r>
            <a:r>
              <a:rPr lang="en-GB" sz="2000" b="1" dirty="0">
                <a:latin typeface="Tw Cen MT" panose="020B0602020104020603" pitchFamily="34" charset="0"/>
                <a:ea typeface="ＭＳ Ｐゴシック"/>
                <a:cs typeface="Calibri"/>
              </a:rPr>
              <a:t>same platform</a:t>
            </a:r>
          </a:p>
          <a:p>
            <a:pPr algn="just"/>
            <a:endParaRPr lang="en-GB" sz="2000" b="1" dirty="0">
              <a:latin typeface="Tw Cen MT" panose="020B0602020104020603" pitchFamily="34" charset="0"/>
              <a:ea typeface="ＭＳ Ｐゴシック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000" dirty="0">
                <a:latin typeface="Tw Cen MT" panose="020B0602020104020603" pitchFamily="34" charset="0"/>
                <a:ea typeface="ＭＳ Ｐゴシック"/>
                <a:cs typeface="Calibri"/>
              </a:rPr>
              <a:t>Aadhar card / Digilocker</a:t>
            </a:r>
            <a:r>
              <a:rPr lang="en-GB" sz="2000" b="1" dirty="0">
                <a:latin typeface="Tw Cen MT" panose="020B0602020104020603" pitchFamily="34" charset="0"/>
                <a:ea typeface="ＭＳ Ｐゴシック"/>
                <a:cs typeface="Calibri"/>
              </a:rPr>
              <a:t> authentication</a:t>
            </a:r>
          </a:p>
          <a:p>
            <a:pPr algn="just"/>
            <a:endParaRPr lang="en-GB" dirty="0">
              <a:latin typeface="Tw Cen MT" panose="020B0602020104020603" pitchFamily="34" charset="0"/>
              <a:ea typeface="ＭＳ Ｐゴシック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000" b="1" dirty="0">
                <a:latin typeface="Tw Cen MT" panose="020B0602020104020603" pitchFamily="34" charset="0"/>
                <a:ea typeface="ＭＳ Ｐゴシック"/>
                <a:cs typeface="Calibri"/>
              </a:rPr>
              <a:t>Feed section</a:t>
            </a:r>
            <a:r>
              <a:rPr lang="en-GB" sz="2000" dirty="0">
                <a:latin typeface="Tw Cen MT" panose="020B0602020104020603" pitchFamily="34" charset="0"/>
                <a:ea typeface="ＭＳ Ｐゴシック"/>
                <a:cs typeface="Calibri"/>
              </a:rPr>
              <a:t> provided to share any post, such as photos, thoughts, etc.</a:t>
            </a:r>
          </a:p>
          <a:p>
            <a:pPr marL="285750" indent="-285750" algn="just">
              <a:buFont typeface="Arial"/>
              <a:buChar char="•"/>
            </a:pPr>
            <a:endParaRPr lang="en-GB" sz="2000" dirty="0">
              <a:latin typeface="Tw Cen MT" panose="020B0602020104020603" pitchFamily="34" charset="0"/>
              <a:ea typeface="ＭＳ Ｐゴシック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GB" sz="2000" b="1" dirty="0">
                <a:latin typeface="Tw Cen MT" panose="020B0602020104020603" pitchFamily="34" charset="0"/>
                <a:ea typeface="ＭＳ Ｐゴシック"/>
                <a:cs typeface="Calibri"/>
              </a:rPr>
              <a:t>Interactive directory</a:t>
            </a:r>
            <a:r>
              <a:rPr lang="en-GB" sz="2000" dirty="0">
                <a:latin typeface="Tw Cen MT" panose="020B0602020104020603" pitchFamily="34" charset="0"/>
                <a:ea typeface="ＭＳ Ｐゴシック"/>
                <a:cs typeface="Calibri"/>
              </a:rPr>
              <a:t> for easy communication with other member</a:t>
            </a:r>
          </a:p>
          <a:p>
            <a:pPr marL="285750" indent="-285750" algn="just">
              <a:buFont typeface="Arial"/>
              <a:buChar char="•"/>
            </a:pPr>
            <a:endParaRPr lang="en-GB" sz="2000" dirty="0">
              <a:latin typeface="Tw Cen MT" panose="020B0602020104020603" pitchFamily="34" charset="0"/>
              <a:ea typeface="ＭＳ Ｐゴシック"/>
              <a:cs typeface="Calibri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 b="1" dirty="0">
                <a:latin typeface="Tw Cen MT" panose="020B0602020104020603" pitchFamily="34" charset="0"/>
                <a:ea typeface="ＭＳ Ｐゴシック"/>
                <a:cs typeface="Calibri"/>
              </a:rPr>
              <a:t>Feedback</a:t>
            </a:r>
            <a:r>
              <a:rPr lang="en-US" sz="2000" dirty="0">
                <a:latin typeface="Tw Cen MT" panose="020B0602020104020603" pitchFamily="34" charset="0"/>
                <a:ea typeface="ＭＳ Ｐゴシック"/>
                <a:cs typeface="Calibri"/>
              </a:rPr>
              <a:t> section, </a:t>
            </a:r>
            <a:r>
              <a:rPr lang="en-US" sz="2000" b="1" dirty="0">
                <a:latin typeface="Tw Cen MT" panose="020B0602020104020603" pitchFamily="34" charset="0"/>
                <a:ea typeface="ＭＳ Ｐゴシック"/>
                <a:cs typeface="Calibri"/>
              </a:rPr>
              <a:t>donation</a:t>
            </a:r>
            <a:r>
              <a:rPr lang="en-US" sz="2000" dirty="0">
                <a:latin typeface="Tw Cen MT" panose="020B0602020104020603" pitchFamily="34" charset="0"/>
                <a:ea typeface="ＭＳ Ｐゴシック"/>
                <a:cs typeface="Calibri"/>
              </a:rPr>
              <a:t> section and </a:t>
            </a:r>
            <a:r>
              <a:rPr lang="en-US" sz="2000" b="1" dirty="0">
                <a:latin typeface="Tw Cen MT" panose="020B0602020104020603" pitchFamily="34" charset="0"/>
                <a:ea typeface="ＭＳ Ｐゴシック"/>
                <a:cs typeface="Calibri"/>
              </a:rPr>
              <a:t>gallery</a:t>
            </a:r>
            <a:endParaRPr lang="en-GB" sz="2000" b="1" dirty="0">
              <a:latin typeface="Tw Cen MT" panose="020B0602020104020603" pitchFamily="34" charset="0"/>
              <a:ea typeface="ＭＳ Ｐゴシック"/>
              <a:cs typeface="Calibri"/>
            </a:endParaRPr>
          </a:p>
        </p:txBody>
      </p:sp>
      <p:sp>
        <p:nvSpPr>
          <p:cNvPr id="15488" name="TextBox 15487">
            <a:extLst>
              <a:ext uri="{FF2B5EF4-FFF2-40B4-BE49-F238E27FC236}">
                <a16:creationId xmlns:a16="http://schemas.microsoft.com/office/drawing/2014/main" id="{606B01F4-9314-CC43-7992-74126777C335}"/>
              </a:ext>
            </a:extLst>
          </p:cNvPr>
          <p:cNvSpPr txBox="1"/>
          <p:nvPr/>
        </p:nvSpPr>
        <p:spPr>
          <a:xfrm>
            <a:off x="6771351" y="946160"/>
            <a:ext cx="460051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b="1" dirty="0">
                <a:solidFill>
                  <a:srgbClr val="0070C0"/>
                </a:solidFill>
                <a:latin typeface="Tw Cen MT" panose="020B0602020104020603" pitchFamily="34" charset="0"/>
                <a:ea typeface="ＭＳ Ｐゴシック"/>
                <a:cs typeface="Calibri"/>
              </a:rPr>
              <a:t>Problem Resolution </a:t>
            </a:r>
            <a:endParaRPr lang="en-GB" sz="2800" b="1" dirty="0">
              <a:solidFill>
                <a:srgbClr val="0070C0"/>
              </a:solidFill>
              <a:latin typeface="Tw Cen MT" panose="020B0602020104020603" pitchFamily="34" charset="0"/>
              <a:cs typeface="Calibri"/>
            </a:endParaRPr>
          </a:p>
        </p:txBody>
      </p:sp>
      <p:sp>
        <p:nvSpPr>
          <p:cNvPr id="15489" name="TextBox 15488">
            <a:extLst>
              <a:ext uri="{FF2B5EF4-FFF2-40B4-BE49-F238E27FC236}">
                <a16:creationId xmlns:a16="http://schemas.microsoft.com/office/drawing/2014/main" id="{692B2941-C0C1-9175-A14E-82C88D32A1B8}"/>
              </a:ext>
            </a:extLst>
          </p:cNvPr>
          <p:cNvSpPr txBox="1"/>
          <p:nvPr/>
        </p:nvSpPr>
        <p:spPr>
          <a:xfrm>
            <a:off x="6095999" y="1383914"/>
            <a:ext cx="574131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"/>
              <a:buChar char="•"/>
            </a:pPr>
            <a:r>
              <a:rPr lang="en-US" sz="2000" dirty="0">
                <a:latin typeface="Tw Cen MT" panose="020B0602020104020603" pitchFamily="34" charset="0"/>
                <a:ea typeface="ＭＳ Ｐゴシック"/>
                <a:cs typeface="Calibri"/>
              </a:rPr>
              <a:t>Colleges can send </a:t>
            </a:r>
            <a:r>
              <a:rPr lang="en-US" sz="2000" b="1" dirty="0">
                <a:latin typeface="Tw Cen MT" panose="020B0602020104020603" pitchFamily="34" charset="0"/>
                <a:ea typeface="ＭＳ Ｐゴシック"/>
                <a:cs typeface="Calibri"/>
              </a:rPr>
              <a:t>bulk messages</a:t>
            </a:r>
            <a:r>
              <a:rPr lang="en-US" sz="2000" dirty="0">
                <a:latin typeface="Tw Cen MT" panose="020B0602020104020603" pitchFamily="34" charset="0"/>
                <a:ea typeface="ＭＳ Ｐゴシック"/>
                <a:cs typeface="Calibri"/>
              </a:rPr>
              <a:t> and </a:t>
            </a:r>
            <a:r>
              <a:rPr lang="en-US" sz="2000" b="1" dirty="0">
                <a:latin typeface="Tw Cen MT" panose="020B0602020104020603" pitchFamily="34" charset="0"/>
                <a:ea typeface="ＭＳ Ｐゴシック"/>
                <a:cs typeface="Calibri"/>
              </a:rPr>
              <a:t>mails</a:t>
            </a:r>
            <a:r>
              <a:rPr lang="en-US" sz="2000" dirty="0">
                <a:latin typeface="Tw Cen MT" panose="020B0602020104020603" pitchFamily="34" charset="0"/>
                <a:ea typeface="ＭＳ Ｐゴシック"/>
                <a:cs typeface="Calibri"/>
              </a:rPr>
              <a:t> to all </a:t>
            </a:r>
            <a:r>
              <a:rPr lang="en-US" sz="2000" b="1" dirty="0">
                <a:latin typeface="Tw Cen MT" panose="020B0602020104020603" pitchFamily="34" charset="0"/>
                <a:ea typeface="ＭＳ Ｐゴシック"/>
                <a:cs typeface="Calibri"/>
              </a:rPr>
              <a:t>specific batch</a:t>
            </a:r>
            <a:r>
              <a:rPr lang="en-US" sz="2000" dirty="0">
                <a:latin typeface="Tw Cen MT" panose="020B0602020104020603" pitchFamily="34" charset="0"/>
                <a:ea typeface="ＭＳ Ｐゴシック"/>
                <a:cs typeface="Calibri"/>
              </a:rPr>
              <a:t> students</a:t>
            </a:r>
            <a:r>
              <a:rPr lang="en-GB" sz="2000" dirty="0">
                <a:latin typeface="Tw Cen MT" panose="020B0602020104020603" pitchFamily="34" charset="0"/>
                <a:ea typeface="ＭＳ Ｐゴシック"/>
                <a:cs typeface="Calibri"/>
              </a:rPr>
              <a:t> </a:t>
            </a:r>
          </a:p>
          <a:p>
            <a:pPr marL="285750" indent="-285750" algn="just">
              <a:buFont typeface="Arial"/>
              <a:buChar char="•"/>
            </a:pPr>
            <a:r>
              <a:rPr lang="en-GB" sz="2000" dirty="0">
                <a:latin typeface="Tw Cen MT" panose="020B0602020104020603" pitchFamily="34" charset="0"/>
                <a:ea typeface="ＭＳ Ｐゴシック"/>
                <a:cs typeface="Calibri"/>
              </a:rPr>
              <a:t>Up to date alumni work,</a:t>
            </a:r>
            <a:r>
              <a:rPr lang="en-GB" sz="2000" b="1" dirty="0">
                <a:latin typeface="Tw Cen MT" panose="020B0602020104020603" pitchFamily="34" charset="0"/>
                <a:ea typeface="ＭＳ Ｐゴシック"/>
                <a:cs typeface="Calibri"/>
              </a:rPr>
              <a:t> Current Job</a:t>
            </a:r>
            <a:r>
              <a:rPr lang="en-GB" sz="2000" dirty="0">
                <a:latin typeface="Tw Cen MT" panose="020B0602020104020603" pitchFamily="34" charset="0"/>
                <a:ea typeface="ＭＳ Ｐゴシック"/>
                <a:cs typeface="Calibri"/>
              </a:rPr>
              <a:t> automatically shared on the feed</a:t>
            </a:r>
          </a:p>
        </p:txBody>
      </p:sp>
      <p:sp>
        <p:nvSpPr>
          <p:cNvPr id="15490" name="TextBox 15489">
            <a:extLst>
              <a:ext uri="{FF2B5EF4-FFF2-40B4-BE49-F238E27FC236}">
                <a16:creationId xmlns:a16="http://schemas.microsoft.com/office/drawing/2014/main" id="{BA8EB1B3-6C14-577C-F89B-FCB92E4480CB}"/>
              </a:ext>
            </a:extLst>
          </p:cNvPr>
          <p:cNvSpPr txBox="1"/>
          <p:nvPr/>
        </p:nvSpPr>
        <p:spPr>
          <a:xfrm>
            <a:off x="7108052" y="3032935"/>
            <a:ext cx="392711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b="1" dirty="0">
                <a:solidFill>
                  <a:srgbClr val="0070C0"/>
                </a:solidFill>
                <a:latin typeface="Tw Cen MT" panose="020B0602020104020603" pitchFamily="34" charset="0"/>
                <a:ea typeface="ＭＳ Ｐゴシック"/>
                <a:cs typeface="Calibri"/>
              </a:rPr>
              <a:t>Unique Point of view</a:t>
            </a:r>
            <a:endParaRPr lang="en-GB" sz="2800" b="1" dirty="0">
              <a:solidFill>
                <a:srgbClr val="0070C0"/>
              </a:solidFill>
              <a:latin typeface="Tw Cen MT" panose="020B0602020104020603" pitchFamily="34" charset="0"/>
              <a:cs typeface="Calibri"/>
            </a:endParaRPr>
          </a:p>
        </p:txBody>
      </p:sp>
      <p:sp>
        <p:nvSpPr>
          <p:cNvPr id="15491" name="TextBox 15490">
            <a:extLst>
              <a:ext uri="{FF2B5EF4-FFF2-40B4-BE49-F238E27FC236}">
                <a16:creationId xmlns:a16="http://schemas.microsoft.com/office/drawing/2014/main" id="{9CC6CA32-80FD-62AF-D0D5-868C4D363A24}"/>
              </a:ext>
            </a:extLst>
          </p:cNvPr>
          <p:cNvSpPr txBox="1"/>
          <p:nvPr/>
        </p:nvSpPr>
        <p:spPr>
          <a:xfrm>
            <a:off x="6062787" y="3425980"/>
            <a:ext cx="5774531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buFont typeface="Arial,Sans-Serif"/>
              <a:buChar char="•"/>
            </a:pPr>
            <a:r>
              <a:rPr lang="en-GB" sz="2000" dirty="0">
                <a:latin typeface="Tw Cen MT" panose="020B0602020104020603" pitchFamily="34" charset="0"/>
                <a:ea typeface="Calibri"/>
                <a:cs typeface="Calibri"/>
              </a:rPr>
              <a:t>Common </a:t>
            </a:r>
            <a:r>
              <a:rPr lang="en-GB" sz="2000" b="1" dirty="0">
                <a:latin typeface="Tw Cen MT" panose="020B0602020104020603" pitchFamily="34" charset="0"/>
                <a:ea typeface="Calibri"/>
                <a:cs typeface="Calibri"/>
              </a:rPr>
              <a:t>systematic</a:t>
            </a:r>
            <a:r>
              <a:rPr lang="en-GB" sz="2000" dirty="0">
                <a:latin typeface="Tw Cen MT" panose="020B0602020104020603" pitchFamily="34" charset="0"/>
                <a:ea typeface="Calibri"/>
                <a:cs typeface="Calibri"/>
              </a:rPr>
              <a:t> </a:t>
            </a:r>
            <a:r>
              <a:rPr lang="en-GB" sz="2000" b="1" dirty="0">
                <a:latin typeface="Tw Cen MT" panose="020B0602020104020603" pitchFamily="34" charset="0"/>
                <a:ea typeface="Calibri"/>
                <a:cs typeface="Calibri"/>
              </a:rPr>
              <a:t>alumni tracing </a:t>
            </a:r>
            <a:r>
              <a:rPr lang="en-GB" sz="2000" dirty="0">
                <a:latin typeface="Tw Cen MT" panose="020B0602020104020603" pitchFamily="34" charset="0"/>
                <a:ea typeface="Calibri"/>
                <a:cs typeface="Calibri"/>
              </a:rPr>
              <a:t>platform for all </a:t>
            </a:r>
            <a:r>
              <a:rPr lang="en-GB" sz="2000" b="1" dirty="0">
                <a:latin typeface="Tw Cen MT" panose="020B0602020104020603" pitchFamily="34" charset="0"/>
                <a:ea typeface="Calibri"/>
                <a:cs typeface="Calibri"/>
              </a:rPr>
              <a:t>UGC verified</a:t>
            </a:r>
            <a:r>
              <a:rPr lang="en-GB" sz="2000" dirty="0">
                <a:latin typeface="Tw Cen MT" panose="020B0602020104020603" pitchFamily="34" charset="0"/>
                <a:ea typeface="Calibri"/>
                <a:cs typeface="Calibri"/>
              </a:rPr>
              <a:t> colleges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n-GB" sz="2000" dirty="0">
                <a:latin typeface="Tw Cen MT" panose="020B0602020104020603" pitchFamily="34" charset="0"/>
                <a:ea typeface="Calibri"/>
                <a:cs typeface="Calibri"/>
              </a:rPr>
              <a:t>Capability to</a:t>
            </a:r>
            <a:r>
              <a:rPr lang="en-GB" sz="2000" b="1" dirty="0">
                <a:latin typeface="Tw Cen MT" panose="020B0602020104020603" pitchFamily="34" charset="0"/>
                <a:ea typeface="Calibri"/>
                <a:cs typeface="Calibri"/>
              </a:rPr>
              <a:t> synchronize multiple colleges</a:t>
            </a:r>
            <a:r>
              <a:rPr lang="en-GB" sz="2000" dirty="0">
                <a:latin typeface="Tw Cen MT" panose="020B0602020104020603" pitchFamily="34" charset="0"/>
                <a:ea typeface="Calibri"/>
                <a:cs typeface="Calibri"/>
              </a:rPr>
              <a:t> at real time </a:t>
            </a:r>
          </a:p>
          <a:p>
            <a:pPr marL="285750" indent="-285750" algn="just">
              <a:buFont typeface="Arial,Sans-Serif"/>
              <a:buChar char="•"/>
            </a:pPr>
            <a:r>
              <a:rPr lang="en-GB" sz="2000" dirty="0">
                <a:latin typeface="Tw Cen MT" panose="020B0602020104020603" pitchFamily="34" charset="0"/>
                <a:ea typeface="ＭＳ Ｐゴシック"/>
                <a:cs typeface="Calibri"/>
              </a:rPr>
              <a:t>Non Alumni </a:t>
            </a:r>
            <a:r>
              <a:rPr lang="en-GB" sz="2000" b="1" dirty="0">
                <a:latin typeface="Tw Cen MT" panose="020B0602020104020603" pitchFamily="34" charset="0"/>
                <a:ea typeface="ＭＳ Ｐゴシック"/>
                <a:cs typeface="Calibri"/>
              </a:rPr>
              <a:t>registered </a:t>
            </a:r>
            <a:r>
              <a:rPr lang="en-GB" sz="2000" dirty="0">
                <a:latin typeface="Tw Cen MT" panose="020B0602020104020603" pitchFamily="34" charset="0"/>
                <a:ea typeface="ＭＳ Ｐゴシック"/>
                <a:cs typeface="Calibri"/>
              </a:rPr>
              <a:t>member can access </a:t>
            </a:r>
            <a:r>
              <a:rPr lang="en-GB" sz="2000" b="1" dirty="0">
                <a:latin typeface="Tw Cen MT" panose="020B0602020104020603" pitchFamily="34" charset="0"/>
                <a:ea typeface="ＭＳ Ｐゴシック"/>
                <a:cs typeface="Calibri"/>
              </a:rPr>
              <a:t>Internship Opportunities</a:t>
            </a:r>
            <a:r>
              <a:rPr lang="en-GB" sz="2000" dirty="0">
                <a:latin typeface="Tw Cen MT" panose="020B0602020104020603" pitchFamily="34" charset="0"/>
                <a:ea typeface="ＭＳ Ｐゴシック"/>
                <a:cs typeface="Calibri"/>
              </a:rPr>
              <a:t> posted by Alumni</a:t>
            </a:r>
            <a:endParaRPr lang="en-GB" sz="2000" dirty="0">
              <a:latin typeface="Tw Cen MT" panose="020B0602020104020603" pitchFamily="34" charset="0"/>
              <a:ea typeface="Calibri"/>
              <a:cs typeface="Calibri" pitchFamily="34" charset="0"/>
            </a:endParaRPr>
          </a:p>
          <a:p>
            <a:pPr marL="285750" indent="-285750" algn="just">
              <a:buFont typeface="Arial,Sans-Serif"/>
              <a:buChar char="•"/>
            </a:pPr>
            <a:r>
              <a:rPr lang="en-GB" sz="2000" dirty="0">
                <a:latin typeface="Tw Cen MT" panose="020B0602020104020603" pitchFamily="34" charset="0"/>
                <a:ea typeface="Calibri"/>
                <a:cs typeface="Calibri"/>
              </a:rPr>
              <a:t>Colleges </a:t>
            </a:r>
            <a:r>
              <a:rPr lang="en-GB" sz="2000" b="1" dirty="0">
                <a:latin typeface="Tw Cen MT" panose="020B0602020104020603" pitchFamily="34" charset="0"/>
                <a:ea typeface="Calibri"/>
                <a:cs typeface="Calibri"/>
              </a:rPr>
              <a:t>Customize</a:t>
            </a:r>
            <a:r>
              <a:rPr lang="en-GB" sz="2000" dirty="0">
                <a:latin typeface="Tw Cen MT" panose="020B0602020104020603" pitchFamily="34" charset="0"/>
                <a:ea typeface="Calibri"/>
                <a:cs typeface="Calibri"/>
              </a:rPr>
              <a:t> their section maintaining </a:t>
            </a:r>
            <a:r>
              <a:rPr lang="en-GB" sz="2000" b="1" dirty="0">
                <a:latin typeface="Tw Cen MT" panose="020B0602020104020603" pitchFamily="34" charset="0"/>
                <a:ea typeface="Calibri"/>
                <a:cs typeface="Calibri"/>
              </a:rPr>
              <a:t>theme </a:t>
            </a:r>
            <a:r>
              <a:rPr lang="en-GB" sz="2000" dirty="0">
                <a:latin typeface="Tw Cen MT" panose="020B0602020104020603" pitchFamily="34" charset="0"/>
                <a:ea typeface="Calibri"/>
                <a:cs typeface="Calibri"/>
              </a:rPr>
              <a:t>and </a:t>
            </a:r>
            <a:r>
              <a:rPr lang="en-GB" sz="2000" b="1" dirty="0">
                <a:latin typeface="Tw Cen MT" panose="020B0602020104020603" pitchFamily="34" charset="0"/>
                <a:ea typeface="Calibri"/>
                <a:cs typeface="Calibri"/>
              </a:rPr>
              <a:t>their culture</a:t>
            </a:r>
            <a:endParaRPr lang="en-GB" sz="2000" b="1" dirty="0">
              <a:latin typeface="Tw Cen MT" panose="020B0602020104020603" pitchFamily="34" charset="0"/>
              <a:ea typeface="Calibri"/>
              <a:cs typeface="Calibri" pitchFamily="34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4EE632D-2B42-4EF3-B740-C08FB6AA7E07}"/>
              </a:ext>
            </a:extLst>
          </p:cNvPr>
          <p:cNvSpPr/>
          <p:nvPr/>
        </p:nvSpPr>
        <p:spPr>
          <a:xfrm>
            <a:off x="244798" y="946160"/>
            <a:ext cx="5663479" cy="5253612"/>
          </a:xfrm>
          <a:custGeom>
            <a:avLst/>
            <a:gdLst>
              <a:gd name="connsiteX0" fmla="*/ 0 w 5663479"/>
              <a:gd name="connsiteY0" fmla="*/ 319787 h 5253612"/>
              <a:gd name="connsiteX1" fmla="*/ 319787 w 5663479"/>
              <a:gd name="connsiteY1" fmla="*/ 0 h 5253612"/>
              <a:gd name="connsiteX2" fmla="*/ 877999 w 5663479"/>
              <a:gd name="connsiteY2" fmla="*/ 0 h 5253612"/>
              <a:gd name="connsiteX3" fmla="*/ 1285493 w 5663479"/>
              <a:gd name="connsiteY3" fmla="*/ 0 h 5253612"/>
              <a:gd name="connsiteX4" fmla="*/ 1793466 w 5663479"/>
              <a:gd name="connsiteY4" fmla="*/ 0 h 5253612"/>
              <a:gd name="connsiteX5" fmla="*/ 2351677 w 5663479"/>
              <a:gd name="connsiteY5" fmla="*/ 0 h 5253612"/>
              <a:gd name="connsiteX6" fmla="*/ 2809411 w 5663479"/>
              <a:gd name="connsiteY6" fmla="*/ 0 h 5253612"/>
              <a:gd name="connsiteX7" fmla="*/ 3468101 w 5663479"/>
              <a:gd name="connsiteY7" fmla="*/ 0 h 5253612"/>
              <a:gd name="connsiteX8" fmla="*/ 4076552 w 5663479"/>
              <a:gd name="connsiteY8" fmla="*/ 0 h 5253612"/>
              <a:gd name="connsiteX9" fmla="*/ 4735241 w 5663479"/>
              <a:gd name="connsiteY9" fmla="*/ 0 h 5253612"/>
              <a:gd name="connsiteX10" fmla="*/ 5343692 w 5663479"/>
              <a:gd name="connsiteY10" fmla="*/ 0 h 5253612"/>
              <a:gd name="connsiteX11" fmla="*/ 5663479 w 5663479"/>
              <a:gd name="connsiteY11" fmla="*/ 319787 h 5253612"/>
              <a:gd name="connsiteX12" fmla="*/ 5663479 w 5663479"/>
              <a:gd name="connsiteY12" fmla="*/ 942682 h 5253612"/>
              <a:gd name="connsiteX13" fmla="*/ 5663479 w 5663479"/>
              <a:gd name="connsiteY13" fmla="*/ 1611718 h 5253612"/>
              <a:gd name="connsiteX14" fmla="*/ 5663479 w 5663479"/>
              <a:gd name="connsiteY14" fmla="*/ 2142332 h 5253612"/>
              <a:gd name="connsiteX15" fmla="*/ 5663479 w 5663479"/>
              <a:gd name="connsiteY15" fmla="*/ 2811368 h 5253612"/>
              <a:gd name="connsiteX16" fmla="*/ 5663479 w 5663479"/>
              <a:gd name="connsiteY16" fmla="*/ 3295842 h 5253612"/>
              <a:gd name="connsiteX17" fmla="*/ 5663479 w 5663479"/>
              <a:gd name="connsiteY17" fmla="*/ 3918737 h 5253612"/>
              <a:gd name="connsiteX18" fmla="*/ 5663479 w 5663479"/>
              <a:gd name="connsiteY18" fmla="*/ 4403211 h 5253612"/>
              <a:gd name="connsiteX19" fmla="*/ 5663479 w 5663479"/>
              <a:gd name="connsiteY19" fmla="*/ 4933825 h 5253612"/>
              <a:gd name="connsiteX20" fmla="*/ 5343692 w 5663479"/>
              <a:gd name="connsiteY20" fmla="*/ 5253612 h 5253612"/>
              <a:gd name="connsiteX21" fmla="*/ 4885958 w 5663479"/>
              <a:gd name="connsiteY21" fmla="*/ 5253612 h 5253612"/>
              <a:gd name="connsiteX22" fmla="*/ 4277508 w 5663479"/>
              <a:gd name="connsiteY22" fmla="*/ 5253612 h 5253612"/>
              <a:gd name="connsiteX23" fmla="*/ 3618818 w 5663479"/>
              <a:gd name="connsiteY23" fmla="*/ 5253612 h 5253612"/>
              <a:gd name="connsiteX24" fmla="*/ 3060606 w 5663479"/>
              <a:gd name="connsiteY24" fmla="*/ 5253612 h 5253612"/>
              <a:gd name="connsiteX25" fmla="*/ 2452156 w 5663479"/>
              <a:gd name="connsiteY25" fmla="*/ 5253612 h 5253612"/>
              <a:gd name="connsiteX26" fmla="*/ 1994422 w 5663479"/>
              <a:gd name="connsiteY26" fmla="*/ 5253612 h 5253612"/>
              <a:gd name="connsiteX27" fmla="*/ 1335732 w 5663479"/>
              <a:gd name="connsiteY27" fmla="*/ 5253612 h 5253612"/>
              <a:gd name="connsiteX28" fmla="*/ 319787 w 5663479"/>
              <a:gd name="connsiteY28" fmla="*/ 5253612 h 5253612"/>
              <a:gd name="connsiteX29" fmla="*/ 0 w 5663479"/>
              <a:gd name="connsiteY29" fmla="*/ 4933825 h 5253612"/>
              <a:gd name="connsiteX30" fmla="*/ 0 w 5663479"/>
              <a:gd name="connsiteY30" fmla="*/ 4264789 h 5253612"/>
              <a:gd name="connsiteX31" fmla="*/ 0 w 5663479"/>
              <a:gd name="connsiteY31" fmla="*/ 3826456 h 5253612"/>
              <a:gd name="connsiteX32" fmla="*/ 0 w 5663479"/>
              <a:gd name="connsiteY32" fmla="*/ 3203561 h 5253612"/>
              <a:gd name="connsiteX33" fmla="*/ 0 w 5663479"/>
              <a:gd name="connsiteY33" fmla="*/ 2534525 h 5253612"/>
              <a:gd name="connsiteX34" fmla="*/ 0 w 5663479"/>
              <a:gd name="connsiteY34" fmla="*/ 2003911 h 5253612"/>
              <a:gd name="connsiteX35" fmla="*/ 0 w 5663479"/>
              <a:gd name="connsiteY35" fmla="*/ 1334875 h 5253612"/>
              <a:gd name="connsiteX36" fmla="*/ 0 w 5663479"/>
              <a:gd name="connsiteY36" fmla="*/ 319787 h 525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663479" h="5253612" extrusionOk="0">
                <a:moveTo>
                  <a:pt x="0" y="319787"/>
                </a:moveTo>
                <a:cubicBezTo>
                  <a:pt x="-7674" y="150824"/>
                  <a:pt x="143594" y="-12280"/>
                  <a:pt x="319787" y="0"/>
                </a:cubicBezTo>
                <a:cubicBezTo>
                  <a:pt x="462808" y="-55846"/>
                  <a:pt x="701519" y="1915"/>
                  <a:pt x="877999" y="0"/>
                </a:cubicBezTo>
                <a:cubicBezTo>
                  <a:pt x="1054479" y="-1915"/>
                  <a:pt x="1095064" y="36165"/>
                  <a:pt x="1285493" y="0"/>
                </a:cubicBezTo>
                <a:cubicBezTo>
                  <a:pt x="1475922" y="-36165"/>
                  <a:pt x="1627592" y="45353"/>
                  <a:pt x="1793466" y="0"/>
                </a:cubicBezTo>
                <a:cubicBezTo>
                  <a:pt x="1959340" y="-45353"/>
                  <a:pt x="2180897" y="16799"/>
                  <a:pt x="2351677" y="0"/>
                </a:cubicBezTo>
                <a:cubicBezTo>
                  <a:pt x="2522457" y="-16799"/>
                  <a:pt x="2584866" y="54171"/>
                  <a:pt x="2809411" y="0"/>
                </a:cubicBezTo>
                <a:cubicBezTo>
                  <a:pt x="3033956" y="-54171"/>
                  <a:pt x="3310145" y="54311"/>
                  <a:pt x="3468101" y="0"/>
                </a:cubicBezTo>
                <a:cubicBezTo>
                  <a:pt x="3626057" y="-54311"/>
                  <a:pt x="3796510" y="21228"/>
                  <a:pt x="4076552" y="0"/>
                </a:cubicBezTo>
                <a:cubicBezTo>
                  <a:pt x="4356594" y="-21228"/>
                  <a:pt x="4514054" y="22084"/>
                  <a:pt x="4735241" y="0"/>
                </a:cubicBezTo>
                <a:cubicBezTo>
                  <a:pt x="4956428" y="-22084"/>
                  <a:pt x="5067702" y="38474"/>
                  <a:pt x="5343692" y="0"/>
                </a:cubicBezTo>
                <a:cubicBezTo>
                  <a:pt x="5558405" y="12649"/>
                  <a:pt x="5645263" y="137851"/>
                  <a:pt x="5663479" y="319787"/>
                </a:cubicBezTo>
                <a:cubicBezTo>
                  <a:pt x="5718080" y="450822"/>
                  <a:pt x="5600052" y="807123"/>
                  <a:pt x="5663479" y="942682"/>
                </a:cubicBezTo>
                <a:cubicBezTo>
                  <a:pt x="5726906" y="1078242"/>
                  <a:pt x="5655458" y="1411805"/>
                  <a:pt x="5663479" y="1611718"/>
                </a:cubicBezTo>
                <a:cubicBezTo>
                  <a:pt x="5671500" y="1811631"/>
                  <a:pt x="5653894" y="1905401"/>
                  <a:pt x="5663479" y="2142332"/>
                </a:cubicBezTo>
                <a:cubicBezTo>
                  <a:pt x="5673064" y="2379263"/>
                  <a:pt x="5630729" y="2559674"/>
                  <a:pt x="5663479" y="2811368"/>
                </a:cubicBezTo>
                <a:cubicBezTo>
                  <a:pt x="5696229" y="3063062"/>
                  <a:pt x="5631479" y="3154436"/>
                  <a:pt x="5663479" y="3295842"/>
                </a:cubicBezTo>
                <a:cubicBezTo>
                  <a:pt x="5695479" y="3437248"/>
                  <a:pt x="5636687" y="3619128"/>
                  <a:pt x="5663479" y="3918737"/>
                </a:cubicBezTo>
                <a:cubicBezTo>
                  <a:pt x="5690271" y="4218347"/>
                  <a:pt x="5655122" y="4247701"/>
                  <a:pt x="5663479" y="4403211"/>
                </a:cubicBezTo>
                <a:cubicBezTo>
                  <a:pt x="5671836" y="4558721"/>
                  <a:pt x="5608633" y="4672011"/>
                  <a:pt x="5663479" y="4933825"/>
                </a:cubicBezTo>
                <a:cubicBezTo>
                  <a:pt x="5655045" y="5119472"/>
                  <a:pt x="5563574" y="5245309"/>
                  <a:pt x="5343692" y="5253612"/>
                </a:cubicBezTo>
                <a:cubicBezTo>
                  <a:pt x="5135921" y="5307849"/>
                  <a:pt x="4982088" y="5215630"/>
                  <a:pt x="4885958" y="5253612"/>
                </a:cubicBezTo>
                <a:cubicBezTo>
                  <a:pt x="4789828" y="5291594"/>
                  <a:pt x="4431376" y="5198110"/>
                  <a:pt x="4277508" y="5253612"/>
                </a:cubicBezTo>
                <a:cubicBezTo>
                  <a:pt x="4123640" y="5309114"/>
                  <a:pt x="3912599" y="5202378"/>
                  <a:pt x="3618818" y="5253612"/>
                </a:cubicBezTo>
                <a:cubicBezTo>
                  <a:pt x="3325037" y="5304846"/>
                  <a:pt x="3303472" y="5209245"/>
                  <a:pt x="3060606" y="5253612"/>
                </a:cubicBezTo>
                <a:cubicBezTo>
                  <a:pt x="2817740" y="5297979"/>
                  <a:pt x="2720169" y="5211284"/>
                  <a:pt x="2452156" y="5253612"/>
                </a:cubicBezTo>
                <a:cubicBezTo>
                  <a:pt x="2184143" y="5295940"/>
                  <a:pt x="2110090" y="5234311"/>
                  <a:pt x="1994422" y="5253612"/>
                </a:cubicBezTo>
                <a:cubicBezTo>
                  <a:pt x="1878754" y="5272913"/>
                  <a:pt x="1484134" y="5196081"/>
                  <a:pt x="1335732" y="5253612"/>
                </a:cubicBezTo>
                <a:cubicBezTo>
                  <a:pt x="1187330" y="5311143"/>
                  <a:pt x="706017" y="5205157"/>
                  <a:pt x="319787" y="5253612"/>
                </a:cubicBezTo>
                <a:cubicBezTo>
                  <a:pt x="114472" y="5252441"/>
                  <a:pt x="20926" y="5116316"/>
                  <a:pt x="0" y="4933825"/>
                </a:cubicBezTo>
                <a:cubicBezTo>
                  <a:pt x="-14788" y="4753386"/>
                  <a:pt x="35478" y="4427258"/>
                  <a:pt x="0" y="4264789"/>
                </a:cubicBezTo>
                <a:cubicBezTo>
                  <a:pt x="-35478" y="4102320"/>
                  <a:pt x="21446" y="4028123"/>
                  <a:pt x="0" y="3826456"/>
                </a:cubicBezTo>
                <a:cubicBezTo>
                  <a:pt x="-21446" y="3624789"/>
                  <a:pt x="41509" y="3457643"/>
                  <a:pt x="0" y="3203561"/>
                </a:cubicBezTo>
                <a:cubicBezTo>
                  <a:pt x="-41509" y="2949479"/>
                  <a:pt x="54315" y="2733025"/>
                  <a:pt x="0" y="2534525"/>
                </a:cubicBezTo>
                <a:cubicBezTo>
                  <a:pt x="-54315" y="2336025"/>
                  <a:pt x="61896" y="2238841"/>
                  <a:pt x="0" y="2003911"/>
                </a:cubicBezTo>
                <a:cubicBezTo>
                  <a:pt x="-61896" y="1768981"/>
                  <a:pt x="28609" y="1649444"/>
                  <a:pt x="0" y="1334875"/>
                </a:cubicBezTo>
                <a:cubicBezTo>
                  <a:pt x="-28609" y="1020306"/>
                  <a:pt x="60904" y="552292"/>
                  <a:pt x="0" y="319787"/>
                </a:cubicBezTo>
                <a:close/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286850011">
                  <a:prstGeom prst="roundRect">
                    <a:avLst>
                      <a:gd name="adj" fmla="val 6087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A268BBA-F992-C3D8-FF8F-3ECEAC383BC9}"/>
              </a:ext>
            </a:extLst>
          </p:cNvPr>
          <p:cNvSpPr/>
          <p:nvPr/>
        </p:nvSpPr>
        <p:spPr>
          <a:xfrm>
            <a:off x="6033067" y="946159"/>
            <a:ext cx="5914134" cy="1918961"/>
          </a:xfrm>
          <a:custGeom>
            <a:avLst/>
            <a:gdLst>
              <a:gd name="connsiteX0" fmla="*/ 0 w 5914134"/>
              <a:gd name="connsiteY0" fmla="*/ 262629 h 1918961"/>
              <a:gd name="connsiteX1" fmla="*/ 262629 w 5914134"/>
              <a:gd name="connsiteY1" fmla="*/ 0 h 1918961"/>
              <a:gd name="connsiteX2" fmla="*/ 1044016 w 5914134"/>
              <a:gd name="connsiteY2" fmla="*/ 0 h 1918961"/>
              <a:gd name="connsiteX3" fmla="*/ 1825403 w 5914134"/>
              <a:gd name="connsiteY3" fmla="*/ 0 h 1918961"/>
              <a:gd name="connsiteX4" fmla="*/ 2445124 w 5914134"/>
              <a:gd name="connsiteY4" fmla="*/ 0 h 1918961"/>
              <a:gd name="connsiteX5" fmla="*/ 3118733 w 5914134"/>
              <a:gd name="connsiteY5" fmla="*/ 0 h 1918961"/>
              <a:gd name="connsiteX6" fmla="*/ 3900120 w 5914134"/>
              <a:gd name="connsiteY6" fmla="*/ 0 h 1918961"/>
              <a:gd name="connsiteX7" fmla="*/ 4573730 w 5914134"/>
              <a:gd name="connsiteY7" fmla="*/ 0 h 1918961"/>
              <a:gd name="connsiteX8" fmla="*/ 5651505 w 5914134"/>
              <a:gd name="connsiteY8" fmla="*/ 0 h 1918961"/>
              <a:gd name="connsiteX9" fmla="*/ 5914134 w 5914134"/>
              <a:gd name="connsiteY9" fmla="*/ 262629 h 1918961"/>
              <a:gd name="connsiteX10" fmla="*/ 5914134 w 5914134"/>
              <a:gd name="connsiteY10" fmla="*/ 987355 h 1918961"/>
              <a:gd name="connsiteX11" fmla="*/ 5914134 w 5914134"/>
              <a:gd name="connsiteY11" fmla="*/ 1656332 h 1918961"/>
              <a:gd name="connsiteX12" fmla="*/ 5651505 w 5914134"/>
              <a:gd name="connsiteY12" fmla="*/ 1918961 h 1918961"/>
              <a:gd name="connsiteX13" fmla="*/ 5139562 w 5914134"/>
              <a:gd name="connsiteY13" fmla="*/ 1918961 h 1918961"/>
              <a:gd name="connsiteX14" fmla="*/ 4465952 w 5914134"/>
              <a:gd name="connsiteY14" fmla="*/ 1918961 h 1918961"/>
              <a:gd name="connsiteX15" fmla="*/ 3792343 w 5914134"/>
              <a:gd name="connsiteY15" fmla="*/ 1918961 h 1918961"/>
              <a:gd name="connsiteX16" fmla="*/ 3280400 w 5914134"/>
              <a:gd name="connsiteY16" fmla="*/ 1918961 h 1918961"/>
              <a:gd name="connsiteX17" fmla="*/ 2499013 w 5914134"/>
              <a:gd name="connsiteY17" fmla="*/ 1918961 h 1918961"/>
              <a:gd name="connsiteX18" fmla="*/ 1987069 w 5914134"/>
              <a:gd name="connsiteY18" fmla="*/ 1918961 h 1918961"/>
              <a:gd name="connsiteX19" fmla="*/ 1367349 w 5914134"/>
              <a:gd name="connsiteY19" fmla="*/ 1918961 h 1918961"/>
              <a:gd name="connsiteX20" fmla="*/ 262629 w 5914134"/>
              <a:gd name="connsiteY20" fmla="*/ 1918961 h 1918961"/>
              <a:gd name="connsiteX21" fmla="*/ 0 w 5914134"/>
              <a:gd name="connsiteY21" fmla="*/ 1656332 h 1918961"/>
              <a:gd name="connsiteX22" fmla="*/ 0 w 5914134"/>
              <a:gd name="connsiteY22" fmla="*/ 973418 h 1918961"/>
              <a:gd name="connsiteX23" fmla="*/ 0 w 5914134"/>
              <a:gd name="connsiteY23" fmla="*/ 262629 h 191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914134" h="1918961" extrusionOk="0">
                <a:moveTo>
                  <a:pt x="0" y="262629"/>
                </a:moveTo>
                <a:cubicBezTo>
                  <a:pt x="-1744" y="96748"/>
                  <a:pt x="111635" y="27450"/>
                  <a:pt x="262629" y="0"/>
                </a:cubicBezTo>
                <a:cubicBezTo>
                  <a:pt x="556003" y="-8909"/>
                  <a:pt x="793432" y="-24672"/>
                  <a:pt x="1044016" y="0"/>
                </a:cubicBezTo>
                <a:cubicBezTo>
                  <a:pt x="1294600" y="24672"/>
                  <a:pt x="1455700" y="-1788"/>
                  <a:pt x="1825403" y="0"/>
                </a:cubicBezTo>
                <a:cubicBezTo>
                  <a:pt x="2195106" y="1788"/>
                  <a:pt x="2281471" y="-2607"/>
                  <a:pt x="2445124" y="0"/>
                </a:cubicBezTo>
                <a:cubicBezTo>
                  <a:pt x="2608777" y="2607"/>
                  <a:pt x="2830937" y="15378"/>
                  <a:pt x="3118733" y="0"/>
                </a:cubicBezTo>
                <a:cubicBezTo>
                  <a:pt x="3406529" y="-15378"/>
                  <a:pt x="3580310" y="-12618"/>
                  <a:pt x="3900120" y="0"/>
                </a:cubicBezTo>
                <a:cubicBezTo>
                  <a:pt x="4219930" y="12618"/>
                  <a:pt x="4295174" y="-24524"/>
                  <a:pt x="4573730" y="0"/>
                </a:cubicBezTo>
                <a:cubicBezTo>
                  <a:pt x="4852286" y="24524"/>
                  <a:pt x="5412975" y="-46337"/>
                  <a:pt x="5651505" y="0"/>
                </a:cubicBezTo>
                <a:cubicBezTo>
                  <a:pt x="5810259" y="-2370"/>
                  <a:pt x="5930407" y="146772"/>
                  <a:pt x="5914134" y="262629"/>
                </a:cubicBezTo>
                <a:cubicBezTo>
                  <a:pt x="5936200" y="442956"/>
                  <a:pt x="5931405" y="815167"/>
                  <a:pt x="5914134" y="987355"/>
                </a:cubicBezTo>
                <a:cubicBezTo>
                  <a:pt x="5896863" y="1159543"/>
                  <a:pt x="5898178" y="1352838"/>
                  <a:pt x="5914134" y="1656332"/>
                </a:cubicBezTo>
                <a:cubicBezTo>
                  <a:pt x="5912673" y="1795205"/>
                  <a:pt x="5819847" y="1898256"/>
                  <a:pt x="5651505" y="1918961"/>
                </a:cubicBezTo>
                <a:cubicBezTo>
                  <a:pt x="5411321" y="1940543"/>
                  <a:pt x="5346969" y="1898988"/>
                  <a:pt x="5139562" y="1918961"/>
                </a:cubicBezTo>
                <a:cubicBezTo>
                  <a:pt x="4932155" y="1938934"/>
                  <a:pt x="4686668" y="1933186"/>
                  <a:pt x="4465952" y="1918961"/>
                </a:cubicBezTo>
                <a:cubicBezTo>
                  <a:pt x="4245236" y="1904737"/>
                  <a:pt x="3971045" y="1919640"/>
                  <a:pt x="3792343" y="1918961"/>
                </a:cubicBezTo>
                <a:cubicBezTo>
                  <a:pt x="3613641" y="1918282"/>
                  <a:pt x="3532038" y="1935574"/>
                  <a:pt x="3280400" y="1918961"/>
                </a:cubicBezTo>
                <a:cubicBezTo>
                  <a:pt x="3028762" y="1902348"/>
                  <a:pt x="2878351" y="1899426"/>
                  <a:pt x="2499013" y="1918961"/>
                </a:cubicBezTo>
                <a:cubicBezTo>
                  <a:pt x="2119675" y="1938496"/>
                  <a:pt x="2096295" y="1932401"/>
                  <a:pt x="1987069" y="1918961"/>
                </a:cubicBezTo>
                <a:cubicBezTo>
                  <a:pt x="1877843" y="1905521"/>
                  <a:pt x="1597801" y="1930369"/>
                  <a:pt x="1367349" y="1918961"/>
                </a:cubicBezTo>
                <a:cubicBezTo>
                  <a:pt x="1136897" y="1907553"/>
                  <a:pt x="784978" y="1943460"/>
                  <a:pt x="262629" y="1918961"/>
                </a:cubicBezTo>
                <a:cubicBezTo>
                  <a:pt x="142655" y="1941126"/>
                  <a:pt x="13123" y="1796677"/>
                  <a:pt x="0" y="1656332"/>
                </a:cubicBezTo>
                <a:cubicBezTo>
                  <a:pt x="-9690" y="1374344"/>
                  <a:pt x="-2369" y="1111934"/>
                  <a:pt x="0" y="973418"/>
                </a:cubicBezTo>
                <a:cubicBezTo>
                  <a:pt x="2369" y="834902"/>
                  <a:pt x="18388" y="579238"/>
                  <a:pt x="0" y="262629"/>
                </a:cubicBezTo>
                <a:close/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1403187829">
                  <a:prstGeom prst="roundRect">
                    <a:avLst>
                      <a:gd name="adj" fmla="val 1368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EB0006-C851-8371-42EE-A88FF612A889}"/>
              </a:ext>
            </a:extLst>
          </p:cNvPr>
          <p:cNvSpPr/>
          <p:nvPr/>
        </p:nvSpPr>
        <p:spPr>
          <a:xfrm>
            <a:off x="6033067" y="3051402"/>
            <a:ext cx="5914134" cy="3145593"/>
          </a:xfrm>
          <a:custGeom>
            <a:avLst/>
            <a:gdLst>
              <a:gd name="connsiteX0" fmla="*/ 0 w 5914134"/>
              <a:gd name="connsiteY0" fmla="*/ 430506 h 3145593"/>
              <a:gd name="connsiteX1" fmla="*/ 430506 w 5914134"/>
              <a:gd name="connsiteY1" fmla="*/ 0 h 3145593"/>
              <a:gd name="connsiteX2" fmla="*/ 1062146 w 5914134"/>
              <a:gd name="connsiteY2" fmla="*/ 0 h 3145593"/>
              <a:gd name="connsiteX3" fmla="*/ 1794849 w 5914134"/>
              <a:gd name="connsiteY3" fmla="*/ 0 h 3145593"/>
              <a:gd name="connsiteX4" fmla="*/ 2375958 w 5914134"/>
              <a:gd name="connsiteY4" fmla="*/ 0 h 3145593"/>
              <a:gd name="connsiteX5" fmla="*/ 2957067 w 5914134"/>
              <a:gd name="connsiteY5" fmla="*/ 0 h 3145593"/>
              <a:gd name="connsiteX6" fmla="*/ 3437114 w 5914134"/>
              <a:gd name="connsiteY6" fmla="*/ 0 h 3145593"/>
              <a:gd name="connsiteX7" fmla="*/ 3917160 w 5914134"/>
              <a:gd name="connsiteY7" fmla="*/ 0 h 3145593"/>
              <a:gd name="connsiteX8" fmla="*/ 4599332 w 5914134"/>
              <a:gd name="connsiteY8" fmla="*/ 0 h 3145593"/>
              <a:gd name="connsiteX9" fmla="*/ 5483628 w 5914134"/>
              <a:gd name="connsiteY9" fmla="*/ 0 h 3145593"/>
              <a:gd name="connsiteX10" fmla="*/ 5914134 w 5914134"/>
              <a:gd name="connsiteY10" fmla="*/ 430506 h 3145593"/>
              <a:gd name="connsiteX11" fmla="*/ 5914134 w 5914134"/>
              <a:gd name="connsiteY11" fmla="*/ 978805 h 3145593"/>
              <a:gd name="connsiteX12" fmla="*/ 5914134 w 5914134"/>
              <a:gd name="connsiteY12" fmla="*/ 1572797 h 3145593"/>
              <a:gd name="connsiteX13" fmla="*/ 5914134 w 5914134"/>
              <a:gd name="connsiteY13" fmla="*/ 2143942 h 3145593"/>
              <a:gd name="connsiteX14" fmla="*/ 5914134 w 5914134"/>
              <a:gd name="connsiteY14" fmla="*/ 2715087 h 3145593"/>
              <a:gd name="connsiteX15" fmla="*/ 5483628 w 5914134"/>
              <a:gd name="connsiteY15" fmla="*/ 3145593 h 3145593"/>
              <a:gd name="connsiteX16" fmla="*/ 4851988 w 5914134"/>
              <a:gd name="connsiteY16" fmla="*/ 3145593 h 3145593"/>
              <a:gd name="connsiteX17" fmla="*/ 4119285 w 5914134"/>
              <a:gd name="connsiteY17" fmla="*/ 3145593 h 3145593"/>
              <a:gd name="connsiteX18" fmla="*/ 3538176 w 5914134"/>
              <a:gd name="connsiteY18" fmla="*/ 3145593 h 3145593"/>
              <a:gd name="connsiteX19" fmla="*/ 2906536 w 5914134"/>
              <a:gd name="connsiteY19" fmla="*/ 3145593 h 3145593"/>
              <a:gd name="connsiteX20" fmla="*/ 2173833 w 5914134"/>
              <a:gd name="connsiteY20" fmla="*/ 3145593 h 3145593"/>
              <a:gd name="connsiteX21" fmla="*/ 1491662 w 5914134"/>
              <a:gd name="connsiteY21" fmla="*/ 3145593 h 3145593"/>
              <a:gd name="connsiteX22" fmla="*/ 430506 w 5914134"/>
              <a:gd name="connsiteY22" fmla="*/ 3145593 h 3145593"/>
              <a:gd name="connsiteX23" fmla="*/ 0 w 5914134"/>
              <a:gd name="connsiteY23" fmla="*/ 2715087 h 3145593"/>
              <a:gd name="connsiteX24" fmla="*/ 0 w 5914134"/>
              <a:gd name="connsiteY24" fmla="*/ 2121096 h 3145593"/>
              <a:gd name="connsiteX25" fmla="*/ 0 w 5914134"/>
              <a:gd name="connsiteY25" fmla="*/ 1527105 h 3145593"/>
              <a:gd name="connsiteX26" fmla="*/ 0 w 5914134"/>
              <a:gd name="connsiteY26" fmla="*/ 430506 h 31455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5914134" h="3145593" extrusionOk="0">
                <a:moveTo>
                  <a:pt x="0" y="430506"/>
                </a:moveTo>
                <a:cubicBezTo>
                  <a:pt x="36909" y="207043"/>
                  <a:pt x="188840" y="-12911"/>
                  <a:pt x="430506" y="0"/>
                </a:cubicBezTo>
                <a:cubicBezTo>
                  <a:pt x="696456" y="-7287"/>
                  <a:pt x="812221" y="-4848"/>
                  <a:pt x="1062146" y="0"/>
                </a:cubicBezTo>
                <a:cubicBezTo>
                  <a:pt x="1312071" y="4848"/>
                  <a:pt x="1462925" y="-22897"/>
                  <a:pt x="1794849" y="0"/>
                </a:cubicBezTo>
                <a:cubicBezTo>
                  <a:pt x="2126773" y="22897"/>
                  <a:pt x="2137858" y="-6423"/>
                  <a:pt x="2375958" y="0"/>
                </a:cubicBezTo>
                <a:cubicBezTo>
                  <a:pt x="2614058" y="6423"/>
                  <a:pt x="2738004" y="2071"/>
                  <a:pt x="2957067" y="0"/>
                </a:cubicBezTo>
                <a:cubicBezTo>
                  <a:pt x="3176130" y="-2071"/>
                  <a:pt x="3318422" y="1205"/>
                  <a:pt x="3437114" y="0"/>
                </a:cubicBezTo>
                <a:cubicBezTo>
                  <a:pt x="3555806" y="-1205"/>
                  <a:pt x="3768642" y="-13651"/>
                  <a:pt x="3917160" y="0"/>
                </a:cubicBezTo>
                <a:cubicBezTo>
                  <a:pt x="4065678" y="13651"/>
                  <a:pt x="4367038" y="6321"/>
                  <a:pt x="4599332" y="0"/>
                </a:cubicBezTo>
                <a:cubicBezTo>
                  <a:pt x="4831626" y="-6321"/>
                  <a:pt x="5050366" y="-16780"/>
                  <a:pt x="5483628" y="0"/>
                </a:cubicBezTo>
                <a:cubicBezTo>
                  <a:pt x="5701119" y="2265"/>
                  <a:pt x="5947073" y="224615"/>
                  <a:pt x="5914134" y="430506"/>
                </a:cubicBezTo>
                <a:cubicBezTo>
                  <a:pt x="5905875" y="554426"/>
                  <a:pt x="5928342" y="789752"/>
                  <a:pt x="5914134" y="978805"/>
                </a:cubicBezTo>
                <a:cubicBezTo>
                  <a:pt x="5899926" y="1167858"/>
                  <a:pt x="5898253" y="1388223"/>
                  <a:pt x="5914134" y="1572797"/>
                </a:cubicBezTo>
                <a:cubicBezTo>
                  <a:pt x="5930015" y="1757371"/>
                  <a:pt x="5911751" y="1943410"/>
                  <a:pt x="5914134" y="2143942"/>
                </a:cubicBezTo>
                <a:cubicBezTo>
                  <a:pt x="5916517" y="2344475"/>
                  <a:pt x="5930152" y="2447367"/>
                  <a:pt x="5914134" y="2715087"/>
                </a:cubicBezTo>
                <a:cubicBezTo>
                  <a:pt x="5882242" y="2925342"/>
                  <a:pt x="5728420" y="3154630"/>
                  <a:pt x="5483628" y="3145593"/>
                </a:cubicBezTo>
                <a:cubicBezTo>
                  <a:pt x="5344408" y="3161007"/>
                  <a:pt x="5002127" y="3150701"/>
                  <a:pt x="4851988" y="3145593"/>
                </a:cubicBezTo>
                <a:cubicBezTo>
                  <a:pt x="4701849" y="3140485"/>
                  <a:pt x="4318336" y="3133446"/>
                  <a:pt x="4119285" y="3145593"/>
                </a:cubicBezTo>
                <a:cubicBezTo>
                  <a:pt x="3920234" y="3157740"/>
                  <a:pt x="3758503" y="3120977"/>
                  <a:pt x="3538176" y="3145593"/>
                </a:cubicBezTo>
                <a:cubicBezTo>
                  <a:pt x="3317849" y="3170209"/>
                  <a:pt x="3092016" y="3158075"/>
                  <a:pt x="2906536" y="3145593"/>
                </a:cubicBezTo>
                <a:cubicBezTo>
                  <a:pt x="2721056" y="3133111"/>
                  <a:pt x="2342699" y="3154192"/>
                  <a:pt x="2173833" y="3145593"/>
                </a:cubicBezTo>
                <a:cubicBezTo>
                  <a:pt x="2004967" y="3136994"/>
                  <a:pt x="1819113" y="3143859"/>
                  <a:pt x="1491662" y="3145593"/>
                </a:cubicBezTo>
                <a:cubicBezTo>
                  <a:pt x="1164211" y="3147327"/>
                  <a:pt x="773482" y="3194171"/>
                  <a:pt x="430506" y="3145593"/>
                </a:cubicBezTo>
                <a:cubicBezTo>
                  <a:pt x="186921" y="3135392"/>
                  <a:pt x="-430" y="3006984"/>
                  <a:pt x="0" y="2715087"/>
                </a:cubicBezTo>
                <a:cubicBezTo>
                  <a:pt x="6897" y="2418674"/>
                  <a:pt x="20716" y="2315575"/>
                  <a:pt x="0" y="2121096"/>
                </a:cubicBezTo>
                <a:cubicBezTo>
                  <a:pt x="-20716" y="1926617"/>
                  <a:pt x="9190" y="1734101"/>
                  <a:pt x="0" y="1527105"/>
                </a:cubicBezTo>
                <a:cubicBezTo>
                  <a:pt x="-9190" y="1320109"/>
                  <a:pt x="-22078" y="908679"/>
                  <a:pt x="0" y="430506"/>
                </a:cubicBezTo>
                <a:close/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4276101355">
                  <a:prstGeom prst="roundRect">
                    <a:avLst>
                      <a:gd name="adj" fmla="val 13686"/>
                    </a:avLst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latin typeface="Tw Cen MT" panose="020B0602020104020603" pitchFamily="34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60D8F8-7C52-0AE6-C7EC-38A699E9A5D7}"/>
              </a:ext>
            </a:extLst>
          </p:cNvPr>
          <p:cNvSpPr txBox="1"/>
          <p:nvPr/>
        </p:nvSpPr>
        <p:spPr>
          <a:xfrm>
            <a:off x="238347" y="947873"/>
            <a:ext cx="4061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w Cen MT" panose="020B0602020104020603" pitchFamily="34" charset="0"/>
              </a:rPr>
              <a:t>Web Application Development :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022BF0-B422-FE98-A2F4-BEB9DCEC4F70}"/>
              </a:ext>
            </a:extLst>
          </p:cNvPr>
          <p:cNvSpPr txBox="1"/>
          <p:nvPr/>
        </p:nvSpPr>
        <p:spPr>
          <a:xfrm>
            <a:off x="311857" y="1299488"/>
            <a:ext cx="4534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w Cen MT" panose="020B0602020104020603" pitchFamily="34" charset="0"/>
              </a:rPr>
              <a:t>HTML</a:t>
            </a:r>
            <a:r>
              <a:rPr lang="en-IN" dirty="0">
                <a:latin typeface="Tw Cen MT" panose="020B0602020104020603" pitchFamily="34" charset="0"/>
              </a:rPr>
              <a:t>, </a:t>
            </a:r>
            <a:r>
              <a:rPr lang="en-IN" b="1" dirty="0">
                <a:latin typeface="Tw Cen MT" panose="020B0602020104020603" pitchFamily="34" charset="0"/>
              </a:rPr>
              <a:t>CSS</a:t>
            </a:r>
            <a:r>
              <a:rPr lang="en-IN" dirty="0">
                <a:latin typeface="Tw Cen MT" panose="020B0602020104020603" pitchFamily="34" charset="0"/>
              </a:rPr>
              <a:t>, </a:t>
            </a:r>
            <a:r>
              <a:rPr lang="en-IN" b="1" dirty="0">
                <a:latin typeface="Tw Cen MT" panose="020B0602020104020603" pitchFamily="34" charset="0"/>
              </a:rPr>
              <a:t>JavaScript</a:t>
            </a:r>
            <a:r>
              <a:rPr lang="en-IN" dirty="0">
                <a:latin typeface="Tw Cen MT" panose="020B0602020104020603" pitchFamily="34" charset="0"/>
              </a:rPr>
              <a:t> for Frontend and </a:t>
            </a:r>
            <a:r>
              <a:rPr lang="en-IN" b="1" dirty="0">
                <a:latin typeface="Tw Cen MT" panose="020B0602020104020603" pitchFamily="34" charset="0"/>
              </a:rPr>
              <a:t>Python [Django] </a:t>
            </a:r>
            <a:r>
              <a:rPr lang="en-IN" dirty="0">
                <a:latin typeface="Tw Cen MT" panose="020B0602020104020603" pitchFamily="34" charset="0"/>
              </a:rPr>
              <a:t>for Backend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BA09A2-32D2-4A65-6504-E07AC65D89B6}"/>
              </a:ext>
            </a:extLst>
          </p:cNvPr>
          <p:cNvSpPr txBox="1"/>
          <p:nvPr/>
        </p:nvSpPr>
        <p:spPr>
          <a:xfrm>
            <a:off x="234138" y="2023359"/>
            <a:ext cx="39832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w Cen MT" panose="020B0602020104020603" pitchFamily="34" charset="0"/>
              </a:rPr>
              <a:t>Mobile Application Development </a:t>
            </a:r>
            <a:r>
              <a:rPr lang="en-IN" sz="2000" dirty="0">
                <a:latin typeface="Tw Cen MT" panose="020B0602020104020603" pitchFamily="34" charset="0"/>
              </a:rPr>
              <a:t>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FAE82B-92F6-99F6-2A9D-BA378D0BFE53}"/>
              </a:ext>
            </a:extLst>
          </p:cNvPr>
          <p:cNvSpPr txBox="1"/>
          <p:nvPr/>
        </p:nvSpPr>
        <p:spPr>
          <a:xfrm>
            <a:off x="311857" y="2359911"/>
            <a:ext cx="45391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>
                <a:latin typeface="Tw Cen MT" panose="020B0602020104020603" pitchFamily="34" charset="0"/>
              </a:rPr>
              <a:t>Flutter – </a:t>
            </a:r>
            <a:r>
              <a:rPr lang="en-IN" dirty="0">
                <a:latin typeface="Tw Cen MT" panose="020B0602020104020603" pitchFamily="34" charset="0"/>
              </a:rPr>
              <a:t>Framework used for building the mobile application , ensuring </a:t>
            </a:r>
            <a:r>
              <a:rPr lang="en-IN" b="1" dirty="0">
                <a:latin typeface="Tw Cen MT" panose="020B0602020104020603" pitchFamily="34" charset="0"/>
              </a:rPr>
              <a:t>Cross Platform Compatibility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0D0E61-158F-C9FE-AD95-4FBA489C46F6}"/>
              </a:ext>
            </a:extLst>
          </p:cNvPr>
          <p:cNvSpPr txBox="1"/>
          <p:nvPr/>
        </p:nvSpPr>
        <p:spPr>
          <a:xfrm>
            <a:off x="238347" y="3322392"/>
            <a:ext cx="42422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w Cen MT" panose="020B0602020104020603" pitchFamily="34" charset="0"/>
              </a:rPr>
              <a:t>Cloud Services: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EB67F55-3F57-52DD-F0F3-22E31A1A267A}"/>
              </a:ext>
            </a:extLst>
          </p:cNvPr>
          <p:cNvSpPr txBox="1"/>
          <p:nvPr/>
        </p:nvSpPr>
        <p:spPr>
          <a:xfrm>
            <a:off x="311857" y="3639021"/>
            <a:ext cx="45391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w Cen MT" panose="020B0602020104020603" pitchFamily="34" charset="0"/>
              </a:rPr>
              <a:t>MySQL</a:t>
            </a:r>
            <a:r>
              <a:rPr lang="en-IN" dirty="0">
                <a:latin typeface="Tw Cen MT" panose="020B0602020104020603" pitchFamily="34" charset="0"/>
              </a:rPr>
              <a:t> – Relational Database Management</a:t>
            </a:r>
          </a:p>
          <a:p>
            <a:pPr algn="just"/>
            <a:r>
              <a:rPr lang="en-IN" dirty="0">
                <a:latin typeface="Tw Cen MT" panose="020B0602020104020603" pitchFamily="34" charset="0"/>
              </a:rPr>
              <a:t>High responsive rest APIs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0708D8-A6F5-133F-B9EE-86F0945B0089}"/>
              </a:ext>
            </a:extLst>
          </p:cNvPr>
          <p:cNvSpPr txBox="1"/>
          <p:nvPr/>
        </p:nvSpPr>
        <p:spPr>
          <a:xfrm>
            <a:off x="238347" y="4311091"/>
            <a:ext cx="41644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w Cen MT" panose="020B0602020104020603" pitchFamily="34" charset="0"/>
              </a:rPr>
              <a:t>Encryption and Security :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92620C-29BC-0B99-341D-FC6F0DA11BD7}"/>
              </a:ext>
            </a:extLst>
          </p:cNvPr>
          <p:cNvSpPr txBox="1"/>
          <p:nvPr/>
        </p:nvSpPr>
        <p:spPr>
          <a:xfrm>
            <a:off x="295013" y="4684493"/>
            <a:ext cx="45559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Custom encryption algorithm powered by 8 layer octa 256 bit encryption for secure data transmission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0B3DAD8-7152-B0C0-9FCD-B5EFC0898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9612" y="4101252"/>
            <a:ext cx="3058161" cy="199313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41F6F5A-FAA7-29F0-51AC-41B33E5BE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7625" y="863282"/>
            <a:ext cx="6711959" cy="287718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035A98E-70C9-6DE4-4585-23831A304A0E}"/>
              </a:ext>
            </a:extLst>
          </p:cNvPr>
          <p:cNvSpPr txBox="1"/>
          <p:nvPr/>
        </p:nvSpPr>
        <p:spPr>
          <a:xfrm>
            <a:off x="9085540" y="4686217"/>
            <a:ext cx="29050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w Cen MT" panose="020B0602020104020603" pitchFamily="34" charset="0"/>
              </a:rPr>
              <a:t>Product Status :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8DD45D-5F3F-FDC2-2737-2A9BF929F91D}"/>
              </a:ext>
            </a:extLst>
          </p:cNvPr>
          <p:cNvSpPr txBox="1"/>
          <p:nvPr/>
        </p:nvSpPr>
        <p:spPr>
          <a:xfrm>
            <a:off x="9085540" y="5022794"/>
            <a:ext cx="28555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w Cen MT" panose="020B0602020104020603" pitchFamily="34" charset="0"/>
              </a:rPr>
              <a:t>40% product built completed</a:t>
            </a:r>
          </a:p>
          <a:p>
            <a:r>
              <a:rPr lang="en-IN" dirty="0">
                <a:latin typeface="Tw Cen MT" panose="020B0602020104020603" pitchFamily="34" charset="0"/>
              </a:rPr>
              <a:t>and further is on progress.</a:t>
            </a:r>
          </a:p>
          <a:p>
            <a:r>
              <a:rPr lang="en-IN" dirty="0">
                <a:latin typeface="Tw Cen MT" panose="020B0602020104020603" pitchFamily="34" charset="0"/>
              </a:rPr>
              <a:t>Testing &amp; Validation is next</a:t>
            </a:r>
          </a:p>
        </p:txBody>
      </p:sp>
      <p:pic>
        <p:nvPicPr>
          <p:cNvPr id="21" name="Google Shape;93;p2">
            <a:extLst>
              <a:ext uri="{FF2B5EF4-FFF2-40B4-BE49-F238E27FC236}">
                <a16:creationId xmlns:a16="http://schemas.microsoft.com/office/drawing/2014/main" id="{7C590704-2DB5-4947-7561-D9DAE9A9E8E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79059" y="-28284"/>
            <a:ext cx="2246575" cy="95121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Oval 21">
            <a:extLst>
              <a:ext uri="{FF2B5EF4-FFF2-40B4-BE49-F238E27FC236}">
                <a16:creationId xmlns:a16="http://schemas.microsoft.com/office/drawing/2014/main" id="{63B42754-FCF4-BA16-837B-8D5AE653301F}"/>
              </a:ext>
            </a:extLst>
          </p:cNvPr>
          <p:cNvSpPr/>
          <p:nvPr/>
        </p:nvSpPr>
        <p:spPr>
          <a:xfrm>
            <a:off x="366366" y="104932"/>
            <a:ext cx="1887516" cy="65211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ALUMights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DAE8FB2-A6CB-DFDF-38D5-6EE982F0B094}"/>
                  </a:ext>
                </a:extLst>
              </p14:cNvPr>
              <p14:cNvContentPartPr/>
              <p14:nvPr/>
            </p14:nvContentPartPr>
            <p14:xfrm>
              <a:off x="6355648" y="2361256"/>
              <a:ext cx="277920" cy="324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DAE8FB2-A6CB-DFDF-38D5-6EE982F0B09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92648" y="2298256"/>
                <a:ext cx="4035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3C64A2F-DF49-A69F-D1F0-818056BAE13E}"/>
                  </a:ext>
                </a:extLst>
              </p14:cNvPr>
              <p14:cNvContentPartPr/>
              <p14:nvPr/>
            </p14:nvContentPartPr>
            <p14:xfrm>
              <a:off x="8605288" y="1653856"/>
              <a:ext cx="282960" cy="248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3C64A2F-DF49-A69F-D1F0-818056BAE13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542208" y="1591756"/>
                <a:ext cx="408760" cy="1486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1EB8A05-9F63-1576-E8F5-0519C7B17504}"/>
                  </a:ext>
                </a:extLst>
              </p14:cNvPr>
              <p14:cNvContentPartPr/>
              <p14:nvPr/>
            </p14:nvContentPartPr>
            <p14:xfrm>
              <a:off x="8525728" y="3012496"/>
              <a:ext cx="316080" cy="136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1EB8A05-9F63-1576-E8F5-0519C7B1750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62728" y="2949496"/>
                <a:ext cx="44172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D282ADAA-8A39-534C-A18F-10388DFA70E7}"/>
                  </a:ext>
                </a:extLst>
              </p14:cNvPr>
              <p14:cNvContentPartPr/>
              <p14:nvPr/>
            </p14:nvContentPartPr>
            <p14:xfrm>
              <a:off x="9781768" y="2983696"/>
              <a:ext cx="385200" cy="1465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D282ADAA-8A39-534C-A18F-10388DFA70E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718768" y="2920850"/>
                <a:ext cx="510840" cy="2718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16B4481-9360-7C9E-00FC-C788330A66F1}"/>
                  </a:ext>
                </a:extLst>
              </p14:cNvPr>
              <p14:cNvContentPartPr/>
              <p14:nvPr/>
            </p14:nvContentPartPr>
            <p14:xfrm>
              <a:off x="11244808" y="1636216"/>
              <a:ext cx="441720" cy="1152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16B4481-9360-7C9E-00FC-C788330A66F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181808" y="1573216"/>
                <a:ext cx="56736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47B4A6F7-972D-FCFB-EBF1-66D4406C8708}"/>
                  </a:ext>
                </a:extLst>
              </p14:cNvPr>
              <p14:cNvContentPartPr/>
              <p14:nvPr/>
            </p14:nvContentPartPr>
            <p14:xfrm>
              <a:off x="7601248" y="2336776"/>
              <a:ext cx="420120" cy="1530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47B4A6F7-972D-FCFB-EBF1-66D4406C870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538248" y="2273776"/>
                <a:ext cx="54576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901986C8-F589-55F9-078E-02E9137E1FF9}"/>
                  </a:ext>
                </a:extLst>
              </p14:cNvPr>
              <p14:cNvContentPartPr/>
              <p14:nvPr/>
            </p14:nvContentPartPr>
            <p14:xfrm>
              <a:off x="10005688" y="1586896"/>
              <a:ext cx="99360" cy="442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901986C8-F589-55F9-078E-02E9137E1FF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942688" y="1523896"/>
                <a:ext cx="225000" cy="16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9D5C26F-B7E9-188A-EFB5-11678E24C0FD}"/>
                  </a:ext>
                </a:extLst>
              </p14:cNvPr>
              <p14:cNvContentPartPr/>
              <p14:nvPr/>
            </p14:nvContentPartPr>
            <p14:xfrm>
              <a:off x="9879328" y="1720816"/>
              <a:ext cx="294480" cy="64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9D5C26F-B7E9-188A-EFB5-11678E24C0F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816328" y="1657816"/>
                <a:ext cx="42012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5BF8247-BEAB-C824-256F-4EAB99D974DD}"/>
                  </a:ext>
                </a:extLst>
              </p14:cNvPr>
              <p14:cNvContentPartPr/>
              <p14:nvPr/>
            </p14:nvContentPartPr>
            <p14:xfrm>
              <a:off x="10184248" y="1635856"/>
              <a:ext cx="109800" cy="867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5BF8247-BEAB-C824-256F-4EAB99D974D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0121248" y="1572856"/>
                <a:ext cx="23544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6367A4D-4096-B2C6-AF00-B935231E3739}"/>
                  </a:ext>
                </a:extLst>
              </p14:cNvPr>
              <p14:cNvContentPartPr/>
              <p14:nvPr/>
            </p14:nvContentPartPr>
            <p14:xfrm>
              <a:off x="10732168" y="2169016"/>
              <a:ext cx="397440" cy="2242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6367A4D-4096-B2C6-AF00-B935231E373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0669111" y="2106016"/>
                <a:ext cx="523194" cy="349920"/>
              </a:xfrm>
              <a:prstGeom prst="rect">
                <a:avLst/>
              </a:prstGeom>
            </p:spPr>
          </p:pic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87EB29EA-6CD8-5699-9679-C13E61F941B9}"/>
              </a:ext>
            </a:extLst>
          </p:cNvPr>
          <p:cNvSpPr txBox="1"/>
          <p:nvPr/>
        </p:nvSpPr>
        <p:spPr>
          <a:xfrm>
            <a:off x="6062662" y="2068868"/>
            <a:ext cx="8954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Tw Cen MT" panose="020B0602020104020603" pitchFamily="34" charset="0"/>
              </a:rPr>
              <a:t>Student/ College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EA68BE4-BC7B-16A2-AC26-4F88EC509A80}"/>
              </a:ext>
            </a:extLst>
          </p:cNvPr>
          <p:cNvSpPr txBox="1"/>
          <p:nvPr/>
        </p:nvSpPr>
        <p:spPr>
          <a:xfrm>
            <a:off x="8359048" y="1488525"/>
            <a:ext cx="695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  <a:latin typeface="Tw Cen MT" panose="020B0602020104020603" pitchFamily="34" charset="0"/>
              </a:rPr>
              <a:t>Login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ED22835-7B6E-025A-4549-BA7D27395E69}"/>
              </a:ext>
            </a:extLst>
          </p:cNvPr>
          <p:cNvSpPr txBox="1"/>
          <p:nvPr/>
        </p:nvSpPr>
        <p:spPr>
          <a:xfrm>
            <a:off x="8236024" y="2874093"/>
            <a:ext cx="8954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Tw Cen MT" panose="020B0602020104020603" pitchFamily="34" charset="0"/>
              </a:rPr>
              <a:t>Register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719E56-F123-55E9-35A6-FAF984E9C854}"/>
              </a:ext>
            </a:extLst>
          </p:cNvPr>
          <p:cNvSpPr txBox="1"/>
          <p:nvPr/>
        </p:nvSpPr>
        <p:spPr>
          <a:xfrm>
            <a:off x="11135686" y="1366966"/>
            <a:ext cx="695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  <a:latin typeface="Tw Cen MT" panose="020B0602020104020603" pitchFamily="34" charset="0"/>
              </a:rPr>
              <a:t>Home Page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71723B0-12B7-C8C6-7C57-4710836A6107}"/>
              </a:ext>
            </a:extLst>
          </p:cNvPr>
          <p:cNvSpPr txBox="1"/>
          <p:nvPr/>
        </p:nvSpPr>
        <p:spPr>
          <a:xfrm>
            <a:off x="9661891" y="1492401"/>
            <a:ext cx="886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>
                <a:solidFill>
                  <a:schemeClr val="bg1"/>
                </a:solidFill>
                <a:latin typeface="Tw Cen MT" panose="020B0602020104020603" pitchFamily="34" charset="0"/>
              </a:rPr>
              <a:t>Psswrd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A067682-0F75-9869-6DD4-C14812C3040B}"/>
              </a:ext>
            </a:extLst>
          </p:cNvPr>
          <p:cNvSpPr txBox="1"/>
          <p:nvPr/>
        </p:nvSpPr>
        <p:spPr>
          <a:xfrm>
            <a:off x="9597148" y="2757839"/>
            <a:ext cx="8050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  <a:latin typeface="Tw Cen MT" panose="020B0602020104020603" pitchFamily="34" charset="0"/>
              </a:rPr>
              <a:t>SignUp Form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83F1BA3-CAAB-0930-2C94-0ADD7C18B929}"/>
              </a:ext>
            </a:extLst>
          </p:cNvPr>
          <p:cNvSpPr txBox="1"/>
          <p:nvPr/>
        </p:nvSpPr>
        <p:spPr>
          <a:xfrm>
            <a:off x="10586216" y="2020198"/>
            <a:ext cx="695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  <a:latin typeface="Tw Cen MT" panose="020B0602020104020603" pitchFamily="34" charset="0"/>
              </a:rPr>
              <a:t>Data</a:t>
            </a:r>
          </a:p>
          <a:p>
            <a:pPr algn="ctr"/>
            <a:r>
              <a:rPr lang="en-IN" sz="1600" b="1" dirty="0">
                <a:solidFill>
                  <a:schemeClr val="bg1"/>
                </a:solidFill>
                <a:latin typeface="Tw Cen MT" panose="020B0602020104020603" pitchFamily="34" charset="0"/>
              </a:rPr>
              <a:t>Base</a:t>
            </a:r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DF10489B-1B37-811D-C85A-487705BFFD1E}"/>
              </a:ext>
            </a:extLst>
          </p:cNvPr>
          <p:cNvCxnSpPr>
            <a:cxnSpLocks/>
          </p:cNvCxnSpPr>
          <p:nvPr/>
        </p:nvCxnSpPr>
        <p:spPr>
          <a:xfrm rot="5400000">
            <a:off x="11298264" y="1997816"/>
            <a:ext cx="337711" cy="223745"/>
          </a:xfrm>
          <a:prstGeom prst="bentConnector3">
            <a:avLst>
              <a:gd name="adj1" fmla="val 99640"/>
            </a:avLst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410" name="TextBox 17409">
            <a:extLst>
              <a:ext uri="{FF2B5EF4-FFF2-40B4-BE49-F238E27FC236}">
                <a16:creationId xmlns:a16="http://schemas.microsoft.com/office/drawing/2014/main" id="{9BE9932E-4831-5963-52E4-35EAED385EB5}"/>
              </a:ext>
            </a:extLst>
          </p:cNvPr>
          <p:cNvSpPr txBox="1"/>
          <p:nvPr/>
        </p:nvSpPr>
        <p:spPr>
          <a:xfrm>
            <a:off x="7420043" y="2138967"/>
            <a:ext cx="8552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dirty="0">
                <a:solidFill>
                  <a:schemeClr val="bg1"/>
                </a:solidFill>
                <a:latin typeface="Tw Cen MT" panose="020B0602020104020603" pitchFamily="34" charset="0"/>
              </a:rPr>
              <a:t>Authenticate</a:t>
            </a:r>
          </a:p>
        </p:txBody>
      </p:sp>
      <p:sp>
        <p:nvSpPr>
          <p:cNvPr id="17414" name="TextBox 8">
            <a:extLst>
              <a:ext uri="{FF2B5EF4-FFF2-40B4-BE49-F238E27FC236}">
                <a16:creationId xmlns:a16="http://schemas.microsoft.com/office/drawing/2014/main" id="{65866424-5C09-B624-2D5B-076E85512B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597" y="5767684"/>
            <a:ext cx="4593397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1600" b="1" dirty="0">
                <a:solidFill>
                  <a:prstClr val="black"/>
                </a:solidFill>
                <a:latin typeface="Bradley Hand ITC" panose="03070402050302030203" pitchFamily="66" charset="0"/>
                <a:cs typeface="Arial" pitchFamily="34" charset="0"/>
                <a:hlinkClick r:id="rId26"/>
              </a:rPr>
              <a:t>https://github.com/Adityakyadav/ALUMights.git</a:t>
            </a:r>
            <a:endParaRPr lang="en-US" sz="2000" b="1" dirty="0">
              <a:solidFill>
                <a:prstClr val="black"/>
              </a:solidFill>
              <a:latin typeface="Bradley Hand ITC" panose="03070402050302030203" pitchFamily="66" charset="0"/>
              <a:cs typeface="Arial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CD57E1C-A23B-7FA6-A031-F6B2433B3DB5}"/>
              </a:ext>
            </a:extLst>
          </p:cNvPr>
          <p:cNvSpPr/>
          <p:nvPr/>
        </p:nvSpPr>
        <p:spPr>
          <a:xfrm>
            <a:off x="182367" y="948432"/>
            <a:ext cx="4699843" cy="5253612"/>
          </a:xfrm>
          <a:custGeom>
            <a:avLst/>
            <a:gdLst>
              <a:gd name="connsiteX0" fmla="*/ 0 w 4699843"/>
              <a:gd name="connsiteY0" fmla="*/ 286079 h 5253612"/>
              <a:gd name="connsiteX1" fmla="*/ 286079 w 4699843"/>
              <a:gd name="connsiteY1" fmla="*/ 0 h 5253612"/>
              <a:gd name="connsiteX2" fmla="*/ 958302 w 4699843"/>
              <a:gd name="connsiteY2" fmla="*/ 0 h 5253612"/>
              <a:gd name="connsiteX3" fmla="*/ 1506694 w 4699843"/>
              <a:gd name="connsiteY3" fmla="*/ 0 h 5253612"/>
              <a:gd name="connsiteX4" fmla="*/ 2137641 w 4699843"/>
              <a:gd name="connsiteY4" fmla="*/ 0 h 5253612"/>
              <a:gd name="connsiteX5" fmla="*/ 2768587 w 4699843"/>
              <a:gd name="connsiteY5" fmla="*/ 0 h 5253612"/>
              <a:gd name="connsiteX6" fmla="*/ 3234425 w 4699843"/>
              <a:gd name="connsiteY6" fmla="*/ 0 h 5253612"/>
              <a:gd name="connsiteX7" fmla="*/ 3741541 w 4699843"/>
              <a:gd name="connsiteY7" fmla="*/ 0 h 5253612"/>
              <a:gd name="connsiteX8" fmla="*/ 4413764 w 4699843"/>
              <a:gd name="connsiteY8" fmla="*/ 0 h 5253612"/>
              <a:gd name="connsiteX9" fmla="*/ 4699843 w 4699843"/>
              <a:gd name="connsiteY9" fmla="*/ 286079 h 5253612"/>
              <a:gd name="connsiteX10" fmla="*/ 4699843 w 4699843"/>
              <a:gd name="connsiteY10" fmla="*/ 871261 h 5253612"/>
              <a:gd name="connsiteX11" fmla="*/ 4699843 w 4699843"/>
              <a:gd name="connsiteY11" fmla="*/ 1362813 h 5253612"/>
              <a:gd name="connsiteX12" fmla="*/ 4699843 w 4699843"/>
              <a:gd name="connsiteY12" fmla="*/ 1854366 h 5253612"/>
              <a:gd name="connsiteX13" fmla="*/ 4699843 w 4699843"/>
              <a:gd name="connsiteY13" fmla="*/ 2392733 h 5253612"/>
              <a:gd name="connsiteX14" fmla="*/ 4699843 w 4699843"/>
              <a:gd name="connsiteY14" fmla="*/ 3071544 h 5253612"/>
              <a:gd name="connsiteX15" fmla="*/ 4699843 w 4699843"/>
              <a:gd name="connsiteY15" fmla="*/ 3750355 h 5253612"/>
              <a:gd name="connsiteX16" fmla="*/ 4699843 w 4699843"/>
              <a:gd name="connsiteY16" fmla="*/ 4241908 h 5253612"/>
              <a:gd name="connsiteX17" fmla="*/ 4699843 w 4699843"/>
              <a:gd name="connsiteY17" fmla="*/ 4967533 h 5253612"/>
              <a:gd name="connsiteX18" fmla="*/ 4413764 w 4699843"/>
              <a:gd name="connsiteY18" fmla="*/ 5253612 h 5253612"/>
              <a:gd name="connsiteX19" fmla="*/ 3782818 w 4699843"/>
              <a:gd name="connsiteY19" fmla="*/ 5253612 h 5253612"/>
              <a:gd name="connsiteX20" fmla="*/ 3234425 w 4699843"/>
              <a:gd name="connsiteY20" fmla="*/ 5253612 h 5253612"/>
              <a:gd name="connsiteX21" fmla="*/ 2768587 w 4699843"/>
              <a:gd name="connsiteY21" fmla="*/ 5253612 h 5253612"/>
              <a:gd name="connsiteX22" fmla="*/ 2220194 w 4699843"/>
              <a:gd name="connsiteY22" fmla="*/ 5253612 h 5253612"/>
              <a:gd name="connsiteX23" fmla="*/ 1671802 w 4699843"/>
              <a:gd name="connsiteY23" fmla="*/ 5253612 h 5253612"/>
              <a:gd name="connsiteX24" fmla="*/ 1123409 w 4699843"/>
              <a:gd name="connsiteY24" fmla="*/ 5253612 h 5253612"/>
              <a:gd name="connsiteX25" fmla="*/ 286079 w 4699843"/>
              <a:gd name="connsiteY25" fmla="*/ 5253612 h 5253612"/>
              <a:gd name="connsiteX26" fmla="*/ 0 w 4699843"/>
              <a:gd name="connsiteY26" fmla="*/ 4967533 h 5253612"/>
              <a:gd name="connsiteX27" fmla="*/ 0 w 4699843"/>
              <a:gd name="connsiteY27" fmla="*/ 4475980 h 5253612"/>
              <a:gd name="connsiteX28" fmla="*/ 0 w 4699843"/>
              <a:gd name="connsiteY28" fmla="*/ 3984428 h 5253612"/>
              <a:gd name="connsiteX29" fmla="*/ 0 w 4699843"/>
              <a:gd name="connsiteY29" fmla="*/ 3446060 h 5253612"/>
              <a:gd name="connsiteX30" fmla="*/ 0 w 4699843"/>
              <a:gd name="connsiteY30" fmla="*/ 2814064 h 5253612"/>
              <a:gd name="connsiteX31" fmla="*/ 0 w 4699843"/>
              <a:gd name="connsiteY31" fmla="*/ 2135253 h 5253612"/>
              <a:gd name="connsiteX32" fmla="*/ 0 w 4699843"/>
              <a:gd name="connsiteY32" fmla="*/ 1503257 h 5253612"/>
              <a:gd name="connsiteX33" fmla="*/ 0 w 4699843"/>
              <a:gd name="connsiteY33" fmla="*/ 824446 h 5253612"/>
              <a:gd name="connsiteX34" fmla="*/ 0 w 4699843"/>
              <a:gd name="connsiteY34" fmla="*/ 286079 h 5253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4699843" h="5253612" extrusionOk="0">
                <a:moveTo>
                  <a:pt x="0" y="286079"/>
                </a:moveTo>
                <a:cubicBezTo>
                  <a:pt x="-29296" y="111563"/>
                  <a:pt x="141730" y="10945"/>
                  <a:pt x="286079" y="0"/>
                </a:cubicBezTo>
                <a:cubicBezTo>
                  <a:pt x="514398" y="-62163"/>
                  <a:pt x="749941" y="3747"/>
                  <a:pt x="958302" y="0"/>
                </a:cubicBezTo>
                <a:cubicBezTo>
                  <a:pt x="1166663" y="-3747"/>
                  <a:pt x="1270465" y="39767"/>
                  <a:pt x="1506694" y="0"/>
                </a:cubicBezTo>
                <a:cubicBezTo>
                  <a:pt x="1742923" y="-39767"/>
                  <a:pt x="1926127" y="12378"/>
                  <a:pt x="2137641" y="0"/>
                </a:cubicBezTo>
                <a:cubicBezTo>
                  <a:pt x="2349155" y="-12378"/>
                  <a:pt x="2538244" y="53562"/>
                  <a:pt x="2768587" y="0"/>
                </a:cubicBezTo>
                <a:cubicBezTo>
                  <a:pt x="2998930" y="-53562"/>
                  <a:pt x="3024672" y="50481"/>
                  <a:pt x="3234425" y="0"/>
                </a:cubicBezTo>
                <a:cubicBezTo>
                  <a:pt x="3444178" y="-50481"/>
                  <a:pt x="3505958" y="34926"/>
                  <a:pt x="3741541" y="0"/>
                </a:cubicBezTo>
                <a:cubicBezTo>
                  <a:pt x="3977124" y="-34926"/>
                  <a:pt x="4117116" y="56866"/>
                  <a:pt x="4413764" y="0"/>
                </a:cubicBezTo>
                <a:cubicBezTo>
                  <a:pt x="4542440" y="32419"/>
                  <a:pt x="4681818" y="149668"/>
                  <a:pt x="4699843" y="286079"/>
                </a:cubicBezTo>
                <a:cubicBezTo>
                  <a:pt x="4726947" y="524255"/>
                  <a:pt x="4631737" y="736677"/>
                  <a:pt x="4699843" y="871261"/>
                </a:cubicBezTo>
                <a:cubicBezTo>
                  <a:pt x="4767949" y="1005845"/>
                  <a:pt x="4655783" y="1200888"/>
                  <a:pt x="4699843" y="1362813"/>
                </a:cubicBezTo>
                <a:cubicBezTo>
                  <a:pt x="4743903" y="1524738"/>
                  <a:pt x="4680729" y="1662535"/>
                  <a:pt x="4699843" y="1854366"/>
                </a:cubicBezTo>
                <a:cubicBezTo>
                  <a:pt x="4718957" y="2046197"/>
                  <a:pt x="4641499" y="2218754"/>
                  <a:pt x="4699843" y="2392733"/>
                </a:cubicBezTo>
                <a:cubicBezTo>
                  <a:pt x="4758187" y="2566712"/>
                  <a:pt x="4657939" y="2850179"/>
                  <a:pt x="4699843" y="3071544"/>
                </a:cubicBezTo>
                <a:cubicBezTo>
                  <a:pt x="4741747" y="3292909"/>
                  <a:pt x="4685629" y="3511062"/>
                  <a:pt x="4699843" y="3750355"/>
                </a:cubicBezTo>
                <a:cubicBezTo>
                  <a:pt x="4714057" y="3989648"/>
                  <a:pt x="4682029" y="3999598"/>
                  <a:pt x="4699843" y="4241908"/>
                </a:cubicBezTo>
                <a:cubicBezTo>
                  <a:pt x="4717657" y="4484218"/>
                  <a:pt x="4698791" y="4783388"/>
                  <a:pt x="4699843" y="4967533"/>
                </a:cubicBezTo>
                <a:cubicBezTo>
                  <a:pt x="4688930" y="5125620"/>
                  <a:pt x="4534562" y="5236298"/>
                  <a:pt x="4413764" y="5253612"/>
                </a:cubicBezTo>
                <a:cubicBezTo>
                  <a:pt x="4198641" y="5256307"/>
                  <a:pt x="3981588" y="5181966"/>
                  <a:pt x="3782818" y="5253612"/>
                </a:cubicBezTo>
                <a:cubicBezTo>
                  <a:pt x="3584048" y="5325258"/>
                  <a:pt x="3488862" y="5237613"/>
                  <a:pt x="3234425" y="5253612"/>
                </a:cubicBezTo>
                <a:cubicBezTo>
                  <a:pt x="2979988" y="5269611"/>
                  <a:pt x="2885508" y="5251604"/>
                  <a:pt x="2768587" y="5253612"/>
                </a:cubicBezTo>
                <a:cubicBezTo>
                  <a:pt x="2651666" y="5255620"/>
                  <a:pt x="2330187" y="5192416"/>
                  <a:pt x="2220194" y="5253612"/>
                </a:cubicBezTo>
                <a:cubicBezTo>
                  <a:pt x="2110201" y="5314808"/>
                  <a:pt x="1787357" y="5253576"/>
                  <a:pt x="1671802" y="5253612"/>
                </a:cubicBezTo>
                <a:cubicBezTo>
                  <a:pt x="1556247" y="5253648"/>
                  <a:pt x="1307573" y="5210499"/>
                  <a:pt x="1123409" y="5253612"/>
                </a:cubicBezTo>
                <a:cubicBezTo>
                  <a:pt x="939245" y="5296725"/>
                  <a:pt x="659072" y="5180694"/>
                  <a:pt x="286079" y="5253612"/>
                </a:cubicBezTo>
                <a:cubicBezTo>
                  <a:pt x="125672" y="5287931"/>
                  <a:pt x="7853" y="5119279"/>
                  <a:pt x="0" y="4967533"/>
                </a:cubicBezTo>
                <a:cubicBezTo>
                  <a:pt x="-10331" y="4794761"/>
                  <a:pt x="38944" y="4665183"/>
                  <a:pt x="0" y="4475980"/>
                </a:cubicBezTo>
                <a:cubicBezTo>
                  <a:pt x="-38944" y="4286777"/>
                  <a:pt x="7321" y="4130648"/>
                  <a:pt x="0" y="3984428"/>
                </a:cubicBezTo>
                <a:cubicBezTo>
                  <a:pt x="-7321" y="3838208"/>
                  <a:pt x="14376" y="3638143"/>
                  <a:pt x="0" y="3446060"/>
                </a:cubicBezTo>
                <a:cubicBezTo>
                  <a:pt x="-14376" y="3253977"/>
                  <a:pt x="29860" y="3047223"/>
                  <a:pt x="0" y="2814064"/>
                </a:cubicBezTo>
                <a:cubicBezTo>
                  <a:pt x="-29860" y="2580905"/>
                  <a:pt x="75891" y="2349150"/>
                  <a:pt x="0" y="2135253"/>
                </a:cubicBezTo>
                <a:cubicBezTo>
                  <a:pt x="-75891" y="1921356"/>
                  <a:pt x="22216" y="1792513"/>
                  <a:pt x="0" y="1503257"/>
                </a:cubicBezTo>
                <a:cubicBezTo>
                  <a:pt x="-22216" y="1214001"/>
                  <a:pt x="13684" y="1068161"/>
                  <a:pt x="0" y="824446"/>
                </a:cubicBezTo>
                <a:cubicBezTo>
                  <a:pt x="-13684" y="580731"/>
                  <a:pt x="59293" y="418936"/>
                  <a:pt x="0" y="286079"/>
                </a:cubicBezTo>
                <a:close/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3557495391">
                  <a:prstGeom prst="roundRect">
                    <a:avLst>
                      <a:gd name="adj" fmla="val 6087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AC76DB-A0C7-A796-6FD6-C487F26711E1}"/>
              </a:ext>
            </a:extLst>
          </p:cNvPr>
          <p:cNvSpPr/>
          <p:nvPr/>
        </p:nvSpPr>
        <p:spPr>
          <a:xfrm>
            <a:off x="5898785" y="1119624"/>
            <a:ext cx="6069106" cy="2355165"/>
          </a:xfrm>
          <a:custGeom>
            <a:avLst/>
            <a:gdLst>
              <a:gd name="connsiteX0" fmla="*/ 0 w 6069106"/>
              <a:gd name="connsiteY0" fmla="*/ 392535 h 2355165"/>
              <a:gd name="connsiteX1" fmla="*/ 392535 w 6069106"/>
              <a:gd name="connsiteY1" fmla="*/ 0 h 2355165"/>
              <a:gd name="connsiteX2" fmla="*/ 926810 w 6069106"/>
              <a:gd name="connsiteY2" fmla="*/ 0 h 2355165"/>
              <a:gd name="connsiteX3" fmla="*/ 1461085 w 6069106"/>
              <a:gd name="connsiteY3" fmla="*/ 0 h 2355165"/>
              <a:gd name="connsiteX4" fmla="*/ 1942519 w 6069106"/>
              <a:gd name="connsiteY4" fmla="*/ 0 h 2355165"/>
              <a:gd name="connsiteX5" fmla="*/ 2371113 w 6069106"/>
              <a:gd name="connsiteY5" fmla="*/ 0 h 2355165"/>
              <a:gd name="connsiteX6" fmla="*/ 2958228 w 6069106"/>
              <a:gd name="connsiteY6" fmla="*/ 0 h 2355165"/>
              <a:gd name="connsiteX7" fmla="*/ 3386822 w 6069106"/>
              <a:gd name="connsiteY7" fmla="*/ 0 h 2355165"/>
              <a:gd name="connsiteX8" fmla="*/ 4079618 w 6069106"/>
              <a:gd name="connsiteY8" fmla="*/ 0 h 2355165"/>
              <a:gd name="connsiteX9" fmla="*/ 4666733 w 6069106"/>
              <a:gd name="connsiteY9" fmla="*/ 0 h 2355165"/>
              <a:gd name="connsiteX10" fmla="*/ 5095327 w 6069106"/>
              <a:gd name="connsiteY10" fmla="*/ 0 h 2355165"/>
              <a:gd name="connsiteX11" fmla="*/ 5676571 w 6069106"/>
              <a:gd name="connsiteY11" fmla="*/ 0 h 2355165"/>
              <a:gd name="connsiteX12" fmla="*/ 6069106 w 6069106"/>
              <a:gd name="connsiteY12" fmla="*/ 392535 h 2355165"/>
              <a:gd name="connsiteX13" fmla="*/ 6069106 w 6069106"/>
              <a:gd name="connsiteY13" fmla="*/ 884498 h 2355165"/>
              <a:gd name="connsiteX14" fmla="*/ 6069106 w 6069106"/>
              <a:gd name="connsiteY14" fmla="*/ 1376461 h 2355165"/>
              <a:gd name="connsiteX15" fmla="*/ 6069106 w 6069106"/>
              <a:gd name="connsiteY15" fmla="*/ 1962630 h 2355165"/>
              <a:gd name="connsiteX16" fmla="*/ 5676571 w 6069106"/>
              <a:gd name="connsiteY16" fmla="*/ 2355165 h 2355165"/>
              <a:gd name="connsiteX17" fmla="*/ 5195137 w 6069106"/>
              <a:gd name="connsiteY17" fmla="*/ 2355165 h 2355165"/>
              <a:gd name="connsiteX18" fmla="*/ 4502341 w 6069106"/>
              <a:gd name="connsiteY18" fmla="*/ 2355165 h 2355165"/>
              <a:gd name="connsiteX19" fmla="*/ 3915226 w 6069106"/>
              <a:gd name="connsiteY19" fmla="*/ 2355165 h 2355165"/>
              <a:gd name="connsiteX20" fmla="*/ 3380951 w 6069106"/>
              <a:gd name="connsiteY20" fmla="*/ 2355165 h 2355165"/>
              <a:gd name="connsiteX21" fmla="*/ 2846676 w 6069106"/>
              <a:gd name="connsiteY21" fmla="*/ 2355165 h 2355165"/>
              <a:gd name="connsiteX22" fmla="*/ 2206721 w 6069106"/>
              <a:gd name="connsiteY22" fmla="*/ 2355165 h 2355165"/>
              <a:gd name="connsiteX23" fmla="*/ 1619606 w 6069106"/>
              <a:gd name="connsiteY23" fmla="*/ 2355165 h 2355165"/>
              <a:gd name="connsiteX24" fmla="*/ 1085331 w 6069106"/>
              <a:gd name="connsiteY24" fmla="*/ 2355165 h 2355165"/>
              <a:gd name="connsiteX25" fmla="*/ 392535 w 6069106"/>
              <a:gd name="connsiteY25" fmla="*/ 2355165 h 2355165"/>
              <a:gd name="connsiteX26" fmla="*/ 0 w 6069106"/>
              <a:gd name="connsiteY26" fmla="*/ 1962630 h 2355165"/>
              <a:gd name="connsiteX27" fmla="*/ 0 w 6069106"/>
              <a:gd name="connsiteY27" fmla="*/ 1407863 h 2355165"/>
              <a:gd name="connsiteX28" fmla="*/ 0 w 6069106"/>
              <a:gd name="connsiteY28" fmla="*/ 915900 h 2355165"/>
              <a:gd name="connsiteX29" fmla="*/ 0 w 6069106"/>
              <a:gd name="connsiteY29" fmla="*/ 392535 h 23551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69106" h="2355165" extrusionOk="0">
                <a:moveTo>
                  <a:pt x="0" y="392535"/>
                </a:moveTo>
                <a:cubicBezTo>
                  <a:pt x="13066" y="224297"/>
                  <a:pt x="195099" y="-22844"/>
                  <a:pt x="392535" y="0"/>
                </a:cubicBezTo>
                <a:cubicBezTo>
                  <a:pt x="579642" y="-4263"/>
                  <a:pt x="701634" y="54500"/>
                  <a:pt x="926810" y="0"/>
                </a:cubicBezTo>
                <a:cubicBezTo>
                  <a:pt x="1151987" y="-54500"/>
                  <a:pt x="1296450" y="61643"/>
                  <a:pt x="1461085" y="0"/>
                </a:cubicBezTo>
                <a:cubicBezTo>
                  <a:pt x="1625721" y="-61643"/>
                  <a:pt x="1792918" y="14871"/>
                  <a:pt x="1942519" y="0"/>
                </a:cubicBezTo>
                <a:cubicBezTo>
                  <a:pt x="2092120" y="-14871"/>
                  <a:pt x="2272995" y="46378"/>
                  <a:pt x="2371113" y="0"/>
                </a:cubicBezTo>
                <a:cubicBezTo>
                  <a:pt x="2469231" y="-46378"/>
                  <a:pt x="2688221" y="65689"/>
                  <a:pt x="2958228" y="0"/>
                </a:cubicBezTo>
                <a:cubicBezTo>
                  <a:pt x="3228236" y="-65689"/>
                  <a:pt x="3248135" y="36291"/>
                  <a:pt x="3386822" y="0"/>
                </a:cubicBezTo>
                <a:cubicBezTo>
                  <a:pt x="3525509" y="-36291"/>
                  <a:pt x="3735245" y="71990"/>
                  <a:pt x="4079618" y="0"/>
                </a:cubicBezTo>
                <a:cubicBezTo>
                  <a:pt x="4423991" y="-71990"/>
                  <a:pt x="4476843" y="68654"/>
                  <a:pt x="4666733" y="0"/>
                </a:cubicBezTo>
                <a:cubicBezTo>
                  <a:pt x="4856624" y="-68654"/>
                  <a:pt x="4902190" y="49563"/>
                  <a:pt x="5095327" y="0"/>
                </a:cubicBezTo>
                <a:cubicBezTo>
                  <a:pt x="5288464" y="-49563"/>
                  <a:pt x="5537550" y="30804"/>
                  <a:pt x="5676571" y="0"/>
                </a:cubicBezTo>
                <a:cubicBezTo>
                  <a:pt x="5845849" y="-23345"/>
                  <a:pt x="6102776" y="194937"/>
                  <a:pt x="6069106" y="392535"/>
                </a:cubicBezTo>
                <a:cubicBezTo>
                  <a:pt x="6106782" y="500002"/>
                  <a:pt x="6025949" y="658518"/>
                  <a:pt x="6069106" y="884498"/>
                </a:cubicBezTo>
                <a:cubicBezTo>
                  <a:pt x="6112263" y="1110478"/>
                  <a:pt x="6042680" y="1197423"/>
                  <a:pt x="6069106" y="1376461"/>
                </a:cubicBezTo>
                <a:cubicBezTo>
                  <a:pt x="6095532" y="1555499"/>
                  <a:pt x="6040254" y="1778322"/>
                  <a:pt x="6069106" y="1962630"/>
                </a:cubicBezTo>
                <a:cubicBezTo>
                  <a:pt x="6070868" y="2174261"/>
                  <a:pt x="5870675" y="2346748"/>
                  <a:pt x="5676571" y="2355165"/>
                </a:cubicBezTo>
                <a:cubicBezTo>
                  <a:pt x="5551247" y="2384279"/>
                  <a:pt x="5343496" y="2350057"/>
                  <a:pt x="5195137" y="2355165"/>
                </a:cubicBezTo>
                <a:cubicBezTo>
                  <a:pt x="5046778" y="2360273"/>
                  <a:pt x="4644730" y="2279323"/>
                  <a:pt x="4502341" y="2355165"/>
                </a:cubicBezTo>
                <a:cubicBezTo>
                  <a:pt x="4359952" y="2431007"/>
                  <a:pt x="4034463" y="2322930"/>
                  <a:pt x="3915226" y="2355165"/>
                </a:cubicBezTo>
                <a:cubicBezTo>
                  <a:pt x="3795990" y="2387400"/>
                  <a:pt x="3532711" y="2348839"/>
                  <a:pt x="3380951" y="2355165"/>
                </a:cubicBezTo>
                <a:cubicBezTo>
                  <a:pt x="3229192" y="2361491"/>
                  <a:pt x="2969037" y="2338617"/>
                  <a:pt x="2846676" y="2355165"/>
                </a:cubicBezTo>
                <a:cubicBezTo>
                  <a:pt x="2724315" y="2371713"/>
                  <a:pt x="2334757" y="2300279"/>
                  <a:pt x="2206721" y="2355165"/>
                </a:cubicBezTo>
                <a:cubicBezTo>
                  <a:pt x="2078686" y="2410051"/>
                  <a:pt x="1751624" y="2309961"/>
                  <a:pt x="1619606" y="2355165"/>
                </a:cubicBezTo>
                <a:cubicBezTo>
                  <a:pt x="1487588" y="2400369"/>
                  <a:pt x="1304401" y="2350183"/>
                  <a:pt x="1085331" y="2355165"/>
                </a:cubicBezTo>
                <a:cubicBezTo>
                  <a:pt x="866262" y="2360147"/>
                  <a:pt x="691333" y="2290716"/>
                  <a:pt x="392535" y="2355165"/>
                </a:cubicBezTo>
                <a:cubicBezTo>
                  <a:pt x="197897" y="2393692"/>
                  <a:pt x="-16187" y="2233183"/>
                  <a:pt x="0" y="1962630"/>
                </a:cubicBezTo>
                <a:cubicBezTo>
                  <a:pt x="-52876" y="1721195"/>
                  <a:pt x="32662" y="1649671"/>
                  <a:pt x="0" y="1407863"/>
                </a:cubicBezTo>
                <a:cubicBezTo>
                  <a:pt x="-32662" y="1166055"/>
                  <a:pt x="24213" y="1042678"/>
                  <a:pt x="0" y="915900"/>
                </a:cubicBezTo>
                <a:cubicBezTo>
                  <a:pt x="-24213" y="789122"/>
                  <a:pt x="21502" y="585441"/>
                  <a:pt x="0" y="392535"/>
                </a:cubicBezTo>
                <a:close/>
              </a:path>
            </a:pathLst>
          </a:custGeom>
          <a:noFill/>
          <a:ln>
            <a:solidFill>
              <a:srgbClr val="0070C0"/>
            </a:solidFill>
            <a:extLst>
              <a:ext uri="{C807C97D-BFC1-408E-A445-0C87EB9F89A2}">
                <ask:lineSketchStyleProps xmlns:ask="http://schemas.microsoft.com/office/drawing/2018/sketchyshapes" sd="1367909957">
                  <a:prstGeom prst="round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9C501FB-1D07-B2F5-C5DA-2322C9BFFC3E}"/>
                  </a:ext>
                </a:extLst>
              </p14:cNvPr>
              <p14:cNvContentPartPr/>
              <p14:nvPr/>
            </p14:nvContentPartPr>
            <p14:xfrm>
              <a:off x="5611645" y="914174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9C501FB-1D07-B2F5-C5DA-2322C9BFFC3E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549005" y="851174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3487BE1-BE4F-6429-156C-AE4CBBB93F95}"/>
                  </a:ext>
                </a:extLst>
              </p14:cNvPr>
              <p14:cNvContentPartPr/>
              <p14:nvPr/>
            </p14:nvContentPartPr>
            <p14:xfrm>
              <a:off x="5719285" y="913454"/>
              <a:ext cx="503280" cy="19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3487BE1-BE4F-6429-156C-AE4CBBB93F9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656285" y="850814"/>
                <a:ext cx="6289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F759E653-8484-A6C4-02E6-DC5913E281F4}"/>
                  </a:ext>
                </a:extLst>
              </p14:cNvPr>
              <p14:cNvContentPartPr/>
              <p14:nvPr/>
            </p14:nvContentPartPr>
            <p14:xfrm>
              <a:off x="5511565" y="787094"/>
              <a:ext cx="6901560" cy="28598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F759E653-8484-A6C4-02E6-DC5913E281F4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448925" y="724454"/>
                <a:ext cx="7027200" cy="298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094E39E-105B-F470-4A09-05F816D35BB7}"/>
                  </a:ext>
                </a:extLst>
              </p14:cNvPr>
              <p14:cNvContentPartPr/>
              <p14:nvPr/>
            </p14:nvContentPartPr>
            <p14:xfrm>
              <a:off x="12236365" y="869174"/>
              <a:ext cx="107640" cy="315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094E39E-105B-F470-4A09-05F816D35BB7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2173725" y="806534"/>
                <a:ext cx="233280" cy="44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B601F3B7-827F-87D0-3475-FF5852AFC066}"/>
                  </a:ext>
                </a:extLst>
              </p14:cNvPr>
              <p14:cNvContentPartPr/>
              <p14:nvPr/>
            </p14:nvContentPartPr>
            <p14:xfrm>
              <a:off x="11923165" y="923174"/>
              <a:ext cx="294480" cy="2959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B601F3B7-827F-87D0-3475-FF5852AFC066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1860165" y="860174"/>
                <a:ext cx="420120" cy="42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03F095A-C55D-894D-C471-BB5CCB702561}"/>
                  </a:ext>
                </a:extLst>
              </p14:cNvPr>
              <p14:cNvContentPartPr/>
              <p14:nvPr/>
            </p14:nvContentPartPr>
            <p14:xfrm>
              <a:off x="5585005" y="3665654"/>
              <a:ext cx="5494680" cy="1004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03F095A-C55D-894D-C471-BB5CCB702561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5522005" y="3603014"/>
                <a:ext cx="562032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4D52CD7-AE50-0CD0-591D-C9AD870C326D}"/>
                  </a:ext>
                </a:extLst>
              </p14:cNvPr>
              <p14:cNvContentPartPr/>
              <p14:nvPr/>
            </p14:nvContentPartPr>
            <p14:xfrm>
              <a:off x="11789965" y="914534"/>
              <a:ext cx="394200" cy="27612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4D52CD7-AE50-0CD0-591D-C9AD870C326D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1727325" y="851894"/>
                <a:ext cx="519840" cy="288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521715F-0994-D7B6-EF11-670720AAC413}"/>
                  </a:ext>
                </a:extLst>
              </p14:cNvPr>
              <p14:cNvContentPartPr/>
              <p14:nvPr/>
            </p14:nvContentPartPr>
            <p14:xfrm>
              <a:off x="12115765" y="1161854"/>
              <a:ext cx="210960" cy="26366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521715F-0994-D7B6-EF11-670720AAC413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12052765" y="1099214"/>
                <a:ext cx="336600" cy="27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6294805-794C-61AA-CFB2-9EDB8536C2C7}"/>
                  </a:ext>
                </a:extLst>
              </p14:cNvPr>
              <p14:cNvContentPartPr/>
              <p14:nvPr/>
            </p14:nvContentPartPr>
            <p14:xfrm>
              <a:off x="11519605" y="3092534"/>
              <a:ext cx="617040" cy="6102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6294805-794C-61AA-CFB2-9EDB8536C2C7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1456605" y="3029534"/>
                <a:ext cx="742680" cy="73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FB8B299-604E-84C3-D90C-E5C0705777E4}"/>
                  </a:ext>
                </a:extLst>
              </p14:cNvPr>
              <p14:cNvContentPartPr/>
              <p14:nvPr/>
            </p14:nvContentPartPr>
            <p14:xfrm>
              <a:off x="11851165" y="3660614"/>
              <a:ext cx="173880" cy="781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FB8B299-604E-84C3-D90C-E5C0705777E4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11788165" y="3597614"/>
                <a:ext cx="299520" cy="20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B66EA76D-BAA8-E9A3-0BA1-0CC324AC1A19}"/>
                  </a:ext>
                </a:extLst>
              </p14:cNvPr>
              <p14:cNvContentPartPr/>
              <p14:nvPr/>
            </p14:nvContentPartPr>
            <p14:xfrm>
              <a:off x="11049805" y="3693374"/>
              <a:ext cx="511200" cy="1087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B66EA76D-BAA8-E9A3-0BA1-0CC324AC1A19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10986805" y="3630374"/>
                <a:ext cx="636840" cy="23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5B6BE86B-A83A-6D00-7D8C-879F58BB06C6}"/>
                  </a:ext>
                </a:extLst>
              </p14:cNvPr>
              <p14:cNvContentPartPr/>
              <p14:nvPr/>
            </p14:nvContentPartPr>
            <p14:xfrm>
              <a:off x="5781925" y="3469454"/>
              <a:ext cx="348840" cy="2156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5B6BE86B-A83A-6D00-7D8C-879F58BB06C6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5718925" y="3406454"/>
                <a:ext cx="474480" cy="34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6C29985-609C-17F0-9DE4-B403EC60D17C}"/>
                  </a:ext>
                </a:extLst>
              </p14:cNvPr>
              <p14:cNvContentPartPr/>
              <p14:nvPr/>
            </p14:nvContentPartPr>
            <p14:xfrm>
              <a:off x="6133285" y="868454"/>
              <a:ext cx="790920" cy="561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6C29985-609C-17F0-9DE4-B403EC60D17C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070645" y="805454"/>
                <a:ext cx="916560" cy="181800"/>
              </a:xfrm>
              <a:prstGeom prst="rect">
                <a:avLst/>
              </a:prstGeom>
            </p:spPr>
          </p:pic>
        </mc:Fallback>
      </mc:AlternateContent>
      <p:cxnSp>
        <p:nvCxnSpPr>
          <p:cNvPr id="45" name="Connector: Curved 44">
            <a:extLst>
              <a:ext uri="{FF2B5EF4-FFF2-40B4-BE49-F238E27FC236}">
                <a16:creationId xmlns:a16="http://schemas.microsoft.com/office/drawing/2014/main" id="{3601D30E-47F6-3644-C8C5-13A05AD89D74}"/>
              </a:ext>
            </a:extLst>
          </p:cNvPr>
          <p:cNvCxnSpPr>
            <a:cxnSpLocks/>
          </p:cNvCxnSpPr>
          <p:nvPr/>
        </p:nvCxnSpPr>
        <p:spPr>
          <a:xfrm rot="10800000" flipV="1">
            <a:off x="9178279" y="1939292"/>
            <a:ext cx="2502742" cy="2502081"/>
          </a:xfrm>
          <a:prstGeom prst="curvedConnector3">
            <a:avLst>
              <a:gd name="adj1" fmla="val -864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7418" name="Picture 17417">
            <a:extLst>
              <a:ext uri="{FF2B5EF4-FFF2-40B4-BE49-F238E27FC236}">
                <a16:creationId xmlns:a16="http://schemas.microsoft.com/office/drawing/2014/main" id="{2DDA0708-40CC-A8BC-A253-C6DB505020CA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4953338" y="1015731"/>
            <a:ext cx="606638" cy="606638"/>
          </a:xfrm>
          <a:prstGeom prst="rect">
            <a:avLst/>
          </a:prstGeom>
        </p:spPr>
      </p:pic>
      <p:pic>
        <p:nvPicPr>
          <p:cNvPr id="17420" name="Picture 17419">
            <a:extLst>
              <a:ext uri="{FF2B5EF4-FFF2-40B4-BE49-F238E27FC236}">
                <a16:creationId xmlns:a16="http://schemas.microsoft.com/office/drawing/2014/main" id="{2DC5A00B-BAEA-7FE4-5D11-4F3C2C5D625F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4972930" y="1868691"/>
            <a:ext cx="614129" cy="614129"/>
          </a:xfrm>
          <a:prstGeom prst="rect">
            <a:avLst/>
          </a:prstGeom>
        </p:spPr>
      </p:pic>
      <p:pic>
        <p:nvPicPr>
          <p:cNvPr id="17422" name="Picture 17421">
            <a:extLst>
              <a:ext uri="{FF2B5EF4-FFF2-40B4-BE49-F238E27FC236}">
                <a16:creationId xmlns:a16="http://schemas.microsoft.com/office/drawing/2014/main" id="{1E6CAD24-ED6B-2B05-10E5-FE0F594B7CC1}"/>
              </a:ext>
            </a:extLst>
          </p:cNvPr>
          <p:cNvPicPr>
            <a:picLocks noChangeAspect="1"/>
          </p:cNvPicPr>
          <p:nvPr/>
        </p:nvPicPr>
        <p:blipFill>
          <a:blip r:embed="rId55"/>
          <a:stretch>
            <a:fillRect/>
          </a:stretch>
        </p:blipFill>
        <p:spPr>
          <a:xfrm>
            <a:off x="4990651" y="2786053"/>
            <a:ext cx="605335" cy="605335"/>
          </a:xfrm>
          <a:prstGeom prst="rect">
            <a:avLst/>
          </a:prstGeom>
        </p:spPr>
      </p:pic>
      <p:pic>
        <p:nvPicPr>
          <p:cNvPr id="17424" name="Picture 17423">
            <a:extLst>
              <a:ext uri="{FF2B5EF4-FFF2-40B4-BE49-F238E27FC236}">
                <a16:creationId xmlns:a16="http://schemas.microsoft.com/office/drawing/2014/main" id="{6B414FEB-D7EF-A534-2070-80652E460E0A}"/>
              </a:ext>
            </a:extLst>
          </p:cNvPr>
          <p:cNvPicPr>
            <a:picLocks noChangeAspect="1"/>
          </p:cNvPicPr>
          <p:nvPr/>
        </p:nvPicPr>
        <p:blipFill>
          <a:blip r:embed="rId56"/>
          <a:stretch>
            <a:fillRect/>
          </a:stretch>
        </p:blipFill>
        <p:spPr>
          <a:xfrm>
            <a:off x="5089997" y="4488725"/>
            <a:ext cx="388031" cy="494209"/>
          </a:xfrm>
          <a:prstGeom prst="rect">
            <a:avLst/>
          </a:prstGeom>
        </p:spPr>
      </p:pic>
      <p:pic>
        <p:nvPicPr>
          <p:cNvPr id="17426" name="Picture 17425">
            <a:extLst>
              <a:ext uri="{FF2B5EF4-FFF2-40B4-BE49-F238E27FC236}">
                <a16:creationId xmlns:a16="http://schemas.microsoft.com/office/drawing/2014/main" id="{C0B42E5B-2E30-F592-FFFB-7CEEEB8EBD8A}"/>
              </a:ext>
            </a:extLst>
          </p:cNvPr>
          <p:cNvPicPr>
            <a:picLocks noChangeAspect="1"/>
          </p:cNvPicPr>
          <p:nvPr/>
        </p:nvPicPr>
        <p:blipFill>
          <a:blip r:embed="rId57"/>
          <a:stretch>
            <a:fillRect/>
          </a:stretch>
        </p:blipFill>
        <p:spPr>
          <a:xfrm>
            <a:off x="5000701" y="5294457"/>
            <a:ext cx="642504" cy="642504"/>
          </a:xfrm>
          <a:prstGeom prst="rect">
            <a:avLst/>
          </a:prstGeom>
        </p:spPr>
      </p:pic>
      <p:pic>
        <p:nvPicPr>
          <p:cNvPr id="17428" name="Picture 17427">
            <a:extLst>
              <a:ext uri="{FF2B5EF4-FFF2-40B4-BE49-F238E27FC236}">
                <a16:creationId xmlns:a16="http://schemas.microsoft.com/office/drawing/2014/main" id="{96C7D0B8-A9EF-7506-2CCB-00BCA49CD0CC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037517" y="3677365"/>
            <a:ext cx="519890" cy="51781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F987ED2-A07A-48DC-B43E-957CF40F83C7}"/>
              </a:ext>
            </a:extLst>
          </p:cNvPr>
          <p:cNvSpPr/>
          <p:nvPr/>
        </p:nvSpPr>
        <p:spPr>
          <a:xfrm>
            <a:off x="9102654" y="4649974"/>
            <a:ext cx="2883167" cy="1446662"/>
          </a:xfrm>
          <a:custGeom>
            <a:avLst/>
            <a:gdLst>
              <a:gd name="connsiteX0" fmla="*/ 0 w 2883167"/>
              <a:gd name="connsiteY0" fmla="*/ 88058 h 1446662"/>
              <a:gd name="connsiteX1" fmla="*/ 88058 w 2883167"/>
              <a:gd name="connsiteY1" fmla="*/ 0 h 1446662"/>
              <a:gd name="connsiteX2" fmla="*/ 683609 w 2883167"/>
              <a:gd name="connsiteY2" fmla="*/ 0 h 1446662"/>
              <a:gd name="connsiteX3" fmla="*/ 1197949 w 2883167"/>
              <a:gd name="connsiteY3" fmla="*/ 0 h 1446662"/>
              <a:gd name="connsiteX4" fmla="*/ 1766430 w 2883167"/>
              <a:gd name="connsiteY4" fmla="*/ 0 h 1446662"/>
              <a:gd name="connsiteX5" fmla="*/ 2795109 w 2883167"/>
              <a:gd name="connsiteY5" fmla="*/ 0 h 1446662"/>
              <a:gd name="connsiteX6" fmla="*/ 2883167 w 2883167"/>
              <a:gd name="connsiteY6" fmla="*/ 88058 h 1446662"/>
              <a:gd name="connsiteX7" fmla="*/ 2883167 w 2883167"/>
              <a:gd name="connsiteY7" fmla="*/ 511573 h 1446662"/>
              <a:gd name="connsiteX8" fmla="*/ 2883167 w 2883167"/>
              <a:gd name="connsiteY8" fmla="*/ 935089 h 1446662"/>
              <a:gd name="connsiteX9" fmla="*/ 2883167 w 2883167"/>
              <a:gd name="connsiteY9" fmla="*/ 1358604 h 1446662"/>
              <a:gd name="connsiteX10" fmla="*/ 2795109 w 2883167"/>
              <a:gd name="connsiteY10" fmla="*/ 1446662 h 1446662"/>
              <a:gd name="connsiteX11" fmla="*/ 2334910 w 2883167"/>
              <a:gd name="connsiteY11" fmla="*/ 1446662 h 1446662"/>
              <a:gd name="connsiteX12" fmla="*/ 1820571 w 2883167"/>
              <a:gd name="connsiteY12" fmla="*/ 1446662 h 1446662"/>
              <a:gd name="connsiteX13" fmla="*/ 1225019 w 2883167"/>
              <a:gd name="connsiteY13" fmla="*/ 1446662 h 1446662"/>
              <a:gd name="connsiteX14" fmla="*/ 629468 w 2883167"/>
              <a:gd name="connsiteY14" fmla="*/ 1446662 h 1446662"/>
              <a:gd name="connsiteX15" fmla="*/ 88058 w 2883167"/>
              <a:gd name="connsiteY15" fmla="*/ 1446662 h 1446662"/>
              <a:gd name="connsiteX16" fmla="*/ 0 w 2883167"/>
              <a:gd name="connsiteY16" fmla="*/ 1358604 h 1446662"/>
              <a:gd name="connsiteX17" fmla="*/ 0 w 2883167"/>
              <a:gd name="connsiteY17" fmla="*/ 935089 h 1446662"/>
              <a:gd name="connsiteX18" fmla="*/ 0 w 2883167"/>
              <a:gd name="connsiteY18" fmla="*/ 498868 h 1446662"/>
              <a:gd name="connsiteX19" fmla="*/ 0 w 2883167"/>
              <a:gd name="connsiteY19" fmla="*/ 88058 h 1446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883167" h="1446662" extrusionOk="0">
                <a:moveTo>
                  <a:pt x="0" y="88058"/>
                </a:moveTo>
                <a:cubicBezTo>
                  <a:pt x="-2634" y="37940"/>
                  <a:pt x="43315" y="3120"/>
                  <a:pt x="88058" y="0"/>
                </a:cubicBezTo>
                <a:cubicBezTo>
                  <a:pt x="294932" y="-27568"/>
                  <a:pt x="418368" y="33299"/>
                  <a:pt x="683609" y="0"/>
                </a:cubicBezTo>
                <a:cubicBezTo>
                  <a:pt x="948850" y="-33299"/>
                  <a:pt x="1072255" y="43066"/>
                  <a:pt x="1197949" y="0"/>
                </a:cubicBezTo>
                <a:cubicBezTo>
                  <a:pt x="1323643" y="-43066"/>
                  <a:pt x="1586853" y="44153"/>
                  <a:pt x="1766430" y="0"/>
                </a:cubicBezTo>
                <a:cubicBezTo>
                  <a:pt x="1946007" y="-44153"/>
                  <a:pt x="2392688" y="84437"/>
                  <a:pt x="2795109" y="0"/>
                </a:cubicBezTo>
                <a:cubicBezTo>
                  <a:pt x="2852306" y="-10492"/>
                  <a:pt x="2882270" y="40007"/>
                  <a:pt x="2883167" y="88058"/>
                </a:cubicBezTo>
                <a:cubicBezTo>
                  <a:pt x="2920529" y="192159"/>
                  <a:pt x="2865533" y="324285"/>
                  <a:pt x="2883167" y="511573"/>
                </a:cubicBezTo>
                <a:cubicBezTo>
                  <a:pt x="2900801" y="698861"/>
                  <a:pt x="2864390" y="838869"/>
                  <a:pt x="2883167" y="935089"/>
                </a:cubicBezTo>
                <a:cubicBezTo>
                  <a:pt x="2901944" y="1031309"/>
                  <a:pt x="2836385" y="1148098"/>
                  <a:pt x="2883167" y="1358604"/>
                </a:cubicBezTo>
                <a:cubicBezTo>
                  <a:pt x="2884969" y="1406330"/>
                  <a:pt x="2837849" y="1437630"/>
                  <a:pt x="2795109" y="1446662"/>
                </a:cubicBezTo>
                <a:cubicBezTo>
                  <a:pt x="2594402" y="1476429"/>
                  <a:pt x="2436289" y="1436078"/>
                  <a:pt x="2334910" y="1446662"/>
                </a:cubicBezTo>
                <a:cubicBezTo>
                  <a:pt x="2233531" y="1457246"/>
                  <a:pt x="1980337" y="1399229"/>
                  <a:pt x="1820571" y="1446662"/>
                </a:cubicBezTo>
                <a:cubicBezTo>
                  <a:pt x="1660805" y="1494095"/>
                  <a:pt x="1431068" y="1434558"/>
                  <a:pt x="1225019" y="1446662"/>
                </a:cubicBezTo>
                <a:cubicBezTo>
                  <a:pt x="1018970" y="1458766"/>
                  <a:pt x="840993" y="1421694"/>
                  <a:pt x="629468" y="1446662"/>
                </a:cubicBezTo>
                <a:cubicBezTo>
                  <a:pt x="417943" y="1471630"/>
                  <a:pt x="263769" y="1398021"/>
                  <a:pt x="88058" y="1446662"/>
                </a:cubicBezTo>
                <a:cubicBezTo>
                  <a:pt x="47678" y="1450163"/>
                  <a:pt x="3654" y="1404267"/>
                  <a:pt x="0" y="1358604"/>
                </a:cubicBezTo>
                <a:cubicBezTo>
                  <a:pt x="-40517" y="1162399"/>
                  <a:pt x="13384" y="1033727"/>
                  <a:pt x="0" y="935089"/>
                </a:cubicBezTo>
                <a:cubicBezTo>
                  <a:pt x="-13384" y="836451"/>
                  <a:pt x="2169" y="602572"/>
                  <a:pt x="0" y="498868"/>
                </a:cubicBezTo>
                <a:cubicBezTo>
                  <a:pt x="-2169" y="395164"/>
                  <a:pt x="5673" y="248625"/>
                  <a:pt x="0" y="88058"/>
                </a:cubicBezTo>
                <a:close/>
              </a:path>
            </a:pathLst>
          </a:custGeom>
          <a:noFill/>
          <a:ln w="2857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3557495391">
                  <a:prstGeom prst="roundRect">
                    <a:avLst>
                      <a:gd name="adj" fmla="val 6087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F7E534-D9BB-8FBF-B13F-067553CC4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0BCEE99-9690-49AD-A9A8-5BCABA4758C3}"/>
              </a:ext>
            </a:extLst>
          </p:cNvPr>
          <p:cNvCxnSpPr>
            <a:cxnSpLocks/>
          </p:cNvCxnSpPr>
          <p:nvPr/>
        </p:nvCxnSpPr>
        <p:spPr>
          <a:xfrm>
            <a:off x="366366" y="5687728"/>
            <a:ext cx="4332228" cy="0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11EE372-8F90-D120-F791-8673EA1EBE86}"/>
              </a:ext>
            </a:extLst>
          </p:cNvPr>
          <p:cNvSpPr/>
          <p:nvPr/>
        </p:nvSpPr>
        <p:spPr>
          <a:xfrm>
            <a:off x="6360304" y="1272814"/>
            <a:ext cx="5126290" cy="4941858"/>
          </a:xfrm>
          <a:custGeom>
            <a:avLst/>
            <a:gdLst>
              <a:gd name="connsiteX0" fmla="*/ 0 w 5126290"/>
              <a:gd name="connsiteY0" fmla="*/ 637154 h 4941858"/>
              <a:gd name="connsiteX1" fmla="*/ 637154 w 5126290"/>
              <a:gd name="connsiteY1" fmla="*/ 0 h 4941858"/>
              <a:gd name="connsiteX2" fmla="*/ 1148917 w 5126290"/>
              <a:gd name="connsiteY2" fmla="*/ 0 h 4941858"/>
              <a:gd name="connsiteX3" fmla="*/ 1776240 w 5126290"/>
              <a:gd name="connsiteY3" fmla="*/ 0 h 4941858"/>
              <a:gd name="connsiteX4" fmla="*/ 2365043 w 5126290"/>
              <a:gd name="connsiteY4" fmla="*/ 0 h 4941858"/>
              <a:gd name="connsiteX5" fmla="*/ 2953846 w 5126290"/>
              <a:gd name="connsiteY5" fmla="*/ 0 h 4941858"/>
              <a:gd name="connsiteX6" fmla="*/ 3504129 w 5126290"/>
              <a:gd name="connsiteY6" fmla="*/ 0 h 4941858"/>
              <a:gd name="connsiteX7" fmla="*/ 4489136 w 5126290"/>
              <a:gd name="connsiteY7" fmla="*/ 0 h 4941858"/>
              <a:gd name="connsiteX8" fmla="*/ 5126290 w 5126290"/>
              <a:gd name="connsiteY8" fmla="*/ 637154 h 4941858"/>
              <a:gd name="connsiteX9" fmla="*/ 5126290 w 5126290"/>
              <a:gd name="connsiteY9" fmla="*/ 1197765 h 4941858"/>
              <a:gd name="connsiteX10" fmla="*/ 5126290 w 5126290"/>
              <a:gd name="connsiteY10" fmla="*/ 1685025 h 4941858"/>
              <a:gd name="connsiteX11" fmla="*/ 5126290 w 5126290"/>
              <a:gd name="connsiteY11" fmla="*/ 2282312 h 4941858"/>
              <a:gd name="connsiteX12" fmla="*/ 5126290 w 5126290"/>
              <a:gd name="connsiteY12" fmla="*/ 2696221 h 4941858"/>
              <a:gd name="connsiteX13" fmla="*/ 5126290 w 5126290"/>
              <a:gd name="connsiteY13" fmla="*/ 3220157 h 4941858"/>
              <a:gd name="connsiteX14" fmla="*/ 5126290 w 5126290"/>
              <a:gd name="connsiteY14" fmla="*/ 3707417 h 4941858"/>
              <a:gd name="connsiteX15" fmla="*/ 5126290 w 5126290"/>
              <a:gd name="connsiteY15" fmla="*/ 4304704 h 4941858"/>
              <a:gd name="connsiteX16" fmla="*/ 4489136 w 5126290"/>
              <a:gd name="connsiteY16" fmla="*/ 4941858 h 4941858"/>
              <a:gd name="connsiteX17" fmla="*/ 4054412 w 5126290"/>
              <a:gd name="connsiteY17" fmla="*/ 4941858 h 4941858"/>
              <a:gd name="connsiteX18" fmla="*/ 3427090 w 5126290"/>
              <a:gd name="connsiteY18" fmla="*/ 4941858 h 4941858"/>
              <a:gd name="connsiteX19" fmla="*/ 2953846 w 5126290"/>
              <a:gd name="connsiteY19" fmla="*/ 4941858 h 4941858"/>
              <a:gd name="connsiteX20" fmla="*/ 2519122 w 5126290"/>
              <a:gd name="connsiteY20" fmla="*/ 4941858 h 4941858"/>
              <a:gd name="connsiteX21" fmla="*/ 1930319 w 5126290"/>
              <a:gd name="connsiteY21" fmla="*/ 4941858 h 4941858"/>
              <a:gd name="connsiteX22" fmla="*/ 1302997 w 5126290"/>
              <a:gd name="connsiteY22" fmla="*/ 4941858 h 4941858"/>
              <a:gd name="connsiteX23" fmla="*/ 637154 w 5126290"/>
              <a:gd name="connsiteY23" fmla="*/ 4941858 h 4941858"/>
              <a:gd name="connsiteX24" fmla="*/ 0 w 5126290"/>
              <a:gd name="connsiteY24" fmla="*/ 4304704 h 4941858"/>
              <a:gd name="connsiteX25" fmla="*/ 0 w 5126290"/>
              <a:gd name="connsiteY25" fmla="*/ 3890795 h 4941858"/>
              <a:gd name="connsiteX26" fmla="*/ 0 w 5126290"/>
              <a:gd name="connsiteY26" fmla="*/ 3403535 h 4941858"/>
              <a:gd name="connsiteX27" fmla="*/ 0 w 5126290"/>
              <a:gd name="connsiteY27" fmla="*/ 2989625 h 4941858"/>
              <a:gd name="connsiteX28" fmla="*/ 0 w 5126290"/>
              <a:gd name="connsiteY28" fmla="*/ 2465690 h 4941858"/>
              <a:gd name="connsiteX29" fmla="*/ 0 w 5126290"/>
              <a:gd name="connsiteY29" fmla="*/ 1978429 h 4941858"/>
              <a:gd name="connsiteX30" fmla="*/ 0 w 5126290"/>
              <a:gd name="connsiteY30" fmla="*/ 1491169 h 4941858"/>
              <a:gd name="connsiteX31" fmla="*/ 0 w 5126290"/>
              <a:gd name="connsiteY31" fmla="*/ 637154 h 4941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26290" h="4941858" extrusionOk="0">
                <a:moveTo>
                  <a:pt x="0" y="637154"/>
                </a:moveTo>
                <a:cubicBezTo>
                  <a:pt x="-11572" y="358227"/>
                  <a:pt x="293361" y="12439"/>
                  <a:pt x="637154" y="0"/>
                </a:cubicBezTo>
                <a:cubicBezTo>
                  <a:pt x="870731" y="-40446"/>
                  <a:pt x="943466" y="37450"/>
                  <a:pt x="1148917" y="0"/>
                </a:cubicBezTo>
                <a:cubicBezTo>
                  <a:pt x="1354368" y="-37450"/>
                  <a:pt x="1569377" y="54972"/>
                  <a:pt x="1776240" y="0"/>
                </a:cubicBezTo>
                <a:cubicBezTo>
                  <a:pt x="1983103" y="-54972"/>
                  <a:pt x="2167901" y="16955"/>
                  <a:pt x="2365043" y="0"/>
                </a:cubicBezTo>
                <a:cubicBezTo>
                  <a:pt x="2562185" y="-16955"/>
                  <a:pt x="2746238" y="35502"/>
                  <a:pt x="2953846" y="0"/>
                </a:cubicBezTo>
                <a:cubicBezTo>
                  <a:pt x="3161454" y="-35502"/>
                  <a:pt x="3319253" y="47001"/>
                  <a:pt x="3504129" y="0"/>
                </a:cubicBezTo>
                <a:cubicBezTo>
                  <a:pt x="3689005" y="-47001"/>
                  <a:pt x="4043209" y="102649"/>
                  <a:pt x="4489136" y="0"/>
                </a:cubicBezTo>
                <a:cubicBezTo>
                  <a:pt x="4764659" y="-682"/>
                  <a:pt x="5138581" y="283387"/>
                  <a:pt x="5126290" y="637154"/>
                </a:cubicBezTo>
                <a:cubicBezTo>
                  <a:pt x="5134566" y="798652"/>
                  <a:pt x="5115325" y="1085508"/>
                  <a:pt x="5126290" y="1197765"/>
                </a:cubicBezTo>
                <a:cubicBezTo>
                  <a:pt x="5137255" y="1310022"/>
                  <a:pt x="5080257" y="1581990"/>
                  <a:pt x="5126290" y="1685025"/>
                </a:cubicBezTo>
                <a:cubicBezTo>
                  <a:pt x="5172323" y="1788060"/>
                  <a:pt x="5075290" y="2127956"/>
                  <a:pt x="5126290" y="2282312"/>
                </a:cubicBezTo>
                <a:cubicBezTo>
                  <a:pt x="5177290" y="2436668"/>
                  <a:pt x="5106065" y="2516650"/>
                  <a:pt x="5126290" y="2696221"/>
                </a:cubicBezTo>
                <a:cubicBezTo>
                  <a:pt x="5146515" y="2875792"/>
                  <a:pt x="5109878" y="3046722"/>
                  <a:pt x="5126290" y="3220157"/>
                </a:cubicBezTo>
                <a:cubicBezTo>
                  <a:pt x="5142702" y="3393592"/>
                  <a:pt x="5068795" y="3580491"/>
                  <a:pt x="5126290" y="3707417"/>
                </a:cubicBezTo>
                <a:cubicBezTo>
                  <a:pt x="5183785" y="3834343"/>
                  <a:pt x="5115838" y="4124937"/>
                  <a:pt x="5126290" y="4304704"/>
                </a:cubicBezTo>
                <a:cubicBezTo>
                  <a:pt x="5210093" y="4672316"/>
                  <a:pt x="4830971" y="5040452"/>
                  <a:pt x="4489136" y="4941858"/>
                </a:cubicBezTo>
                <a:cubicBezTo>
                  <a:pt x="4283560" y="4972792"/>
                  <a:pt x="4234923" y="4919699"/>
                  <a:pt x="4054412" y="4941858"/>
                </a:cubicBezTo>
                <a:cubicBezTo>
                  <a:pt x="3873901" y="4964017"/>
                  <a:pt x="3728806" y="4936188"/>
                  <a:pt x="3427090" y="4941858"/>
                </a:cubicBezTo>
                <a:cubicBezTo>
                  <a:pt x="3125374" y="4947528"/>
                  <a:pt x="3082169" y="4914124"/>
                  <a:pt x="2953846" y="4941858"/>
                </a:cubicBezTo>
                <a:cubicBezTo>
                  <a:pt x="2825523" y="4969592"/>
                  <a:pt x="2730063" y="4892656"/>
                  <a:pt x="2519122" y="4941858"/>
                </a:cubicBezTo>
                <a:cubicBezTo>
                  <a:pt x="2308181" y="4991060"/>
                  <a:pt x="2129136" y="4935298"/>
                  <a:pt x="1930319" y="4941858"/>
                </a:cubicBezTo>
                <a:cubicBezTo>
                  <a:pt x="1731502" y="4948418"/>
                  <a:pt x="1584415" y="4896192"/>
                  <a:pt x="1302997" y="4941858"/>
                </a:cubicBezTo>
                <a:cubicBezTo>
                  <a:pt x="1021579" y="4987524"/>
                  <a:pt x="820350" y="4934650"/>
                  <a:pt x="637154" y="4941858"/>
                </a:cubicBezTo>
                <a:cubicBezTo>
                  <a:pt x="221003" y="4915515"/>
                  <a:pt x="-96365" y="4696868"/>
                  <a:pt x="0" y="4304704"/>
                </a:cubicBezTo>
                <a:cubicBezTo>
                  <a:pt x="-18489" y="4139938"/>
                  <a:pt x="37372" y="3989721"/>
                  <a:pt x="0" y="3890795"/>
                </a:cubicBezTo>
                <a:cubicBezTo>
                  <a:pt x="-37372" y="3791869"/>
                  <a:pt x="41872" y="3528269"/>
                  <a:pt x="0" y="3403535"/>
                </a:cubicBezTo>
                <a:cubicBezTo>
                  <a:pt x="-41872" y="3278801"/>
                  <a:pt x="23855" y="3114455"/>
                  <a:pt x="0" y="2989625"/>
                </a:cubicBezTo>
                <a:cubicBezTo>
                  <a:pt x="-23855" y="2864795"/>
                  <a:pt x="21941" y="2623693"/>
                  <a:pt x="0" y="2465690"/>
                </a:cubicBezTo>
                <a:cubicBezTo>
                  <a:pt x="-21941" y="2307688"/>
                  <a:pt x="54341" y="2152249"/>
                  <a:pt x="0" y="1978429"/>
                </a:cubicBezTo>
                <a:cubicBezTo>
                  <a:pt x="-54341" y="1804609"/>
                  <a:pt x="55346" y="1627627"/>
                  <a:pt x="0" y="1491169"/>
                </a:cubicBezTo>
                <a:cubicBezTo>
                  <a:pt x="-55346" y="1354711"/>
                  <a:pt x="31865" y="885224"/>
                  <a:pt x="0" y="637154"/>
                </a:cubicBezTo>
                <a:close/>
              </a:path>
            </a:pathLst>
          </a:custGeom>
          <a:noFill/>
          <a:ln w="38100">
            <a:solidFill>
              <a:srgbClr val="00B050"/>
            </a:solidFill>
            <a:extLst>
              <a:ext uri="{C807C97D-BFC1-408E-A445-0C87EB9F89A2}">
                <ask:lineSketchStyleProps xmlns:ask="http://schemas.microsoft.com/office/drawing/2018/sketchyshapes" sd="3746894136">
                  <a:prstGeom prst="roundRect">
                    <a:avLst>
                      <a:gd name="adj" fmla="val 12893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000" dirty="0">
              <a:solidFill>
                <a:schemeClr val="tx1"/>
              </a:solidFill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solidFill>
                <a:schemeClr val="tx1"/>
              </a:solidFill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solidFill>
                <a:schemeClr val="tx1"/>
              </a:solidFill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400" b="1" dirty="0">
              <a:solidFill>
                <a:schemeClr val="tx1"/>
              </a:solidFill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400" b="1" dirty="0">
              <a:solidFill>
                <a:schemeClr val="tx1"/>
              </a:solidFill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solidFill>
                  <a:schemeClr val="tx1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Purpose and Value Proposition</a:t>
            </a:r>
            <a:r>
              <a:rPr lang="en-US" dirty="0">
                <a:solidFill>
                  <a:schemeClr val="tx1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Connects  Unevenly Spreaded UGC Colleges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Sustainability </a:t>
            </a:r>
            <a:r>
              <a:rPr lang="en-US" dirty="0">
                <a:solidFill>
                  <a:schemeClr val="tx1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Sponsorship and Reasonable Membership Fees</a:t>
            </a:r>
            <a:endParaRPr lang="en-US" sz="2400" dirty="0">
              <a:solidFill>
                <a:schemeClr val="tx1"/>
              </a:solidFill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solidFill>
                  <a:schemeClr val="tx1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Feedback and Adaptation</a:t>
            </a:r>
            <a:r>
              <a:rPr lang="en-US" dirty="0">
                <a:solidFill>
                  <a:schemeClr val="tx1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Regularly gathering Feedbacks of members and Adapting to their Needs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Communication Channels</a:t>
            </a:r>
            <a:r>
              <a:rPr lang="en-US" dirty="0">
                <a:solidFill>
                  <a:schemeClr val="tx1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Utilizing Various Social Media Platform Instagram, X, to promote</a:t>
            </a:r>
          </a:p>
          <a:p>
            <a:pPr algn="just"/>
            <a:endParaRPr lang="en-US" sz="2400" b="1" dirty="0">
              <a:solidFill>
                <a:schemeClr val="tx1"/>
              </a:solidFill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7911950-D8EA-5A82-4E07-F7E535D0FBEC}"/>
              </a:ext>
            </a:extLst>
          </p:cNvPr>
          <p:cNvSpPr/>
          <p:nvPr/>
        </p:nvSpPr>
        <p:spPr>
          <a:xfrm>
            <a:off x="735106" y="1272515"/>
            <a:ext cx="5126290" cy="4941858"/>
          </a:xfrm>
          <a:custGeom>
            <a:avLst/>
            <a:gdLst>
              <a:gd name="connsiteX0" fmla="*/ 0 w 5126290"/>
              <a:gd name="connsiteY0" fmla="*/ 637154 h 4941858"/>
              <a:gd name="connsiteX1" fmla="*/ 637154 w 5126290"/>
              <a:gd name="connsiteY1" fmla="*/ 0 h 4941858"/>
              <a:gd name="connsiteX2" fmla="*/ 1148917 w 5126290"/>
              <a:gd name="connsiteY2" fmla="*/ 0 h 4941858"/>
              <a:gd name="connsiteX3" fmla="*/ 1776240 w 5126290"/>
              <a:gd name="connsiteY3" fmla="*/ 0 h 4941858"/>
              <a:gd name="connsiteX4" fmla="*/ 2365043 w 5126290"/>
              <a:gd name="connsiteY4" fmla="*/ 0 h 4941858"/>
              <a:gd name="connsiteX5" fmla="*/ 2953846 w 5126290"/>
              <a:gd name="connsiteY5" fmla="*/ 0 h 4941858"/>
              <a:gd name="connsiteX6" fmla="*/ 3504129 w 5126290"/>
              <a:gd name="connsiteY6" fmla="*/ 0 h 4941858"/>
              <a:gd name="connsiteX7" fmla="*/ 4489136 w 5126290"/>
              <a:gd name="connsiteY7" fmla="*/ 0 h 4941858"/>
              <a:gd name="connsiteX8" fmla="*/ 5126290 w 5126290"/>
              <a:gd name="connsiteY8" fmla="*/ 637154 h 4941858"/>
              <a:gd name="connsiteX9" fmla="*/ 5126290 w 5126290"/>
              <a:gd name="connsiteY9" fmla="*/ 1197765 h 4941858"/>
              <a:gd name="connsiteX10" fmla="*/ 5126290 w 5126290"/>
              <a:gd name="connsiteY10" fmla="*/ 1685025 h 4941858"/>
              <a:gd name="connsiteX11" fmla="*/ 5126290 w 5126290"/>
              <a:gd name="connsiteY11" fmla="*/ 2282312 h 4941858"/>
              <a:gd name="connsiteX12" fmla="*/ 5126290 w 5126290"/>
              <a:gd name="connsiteY12" fmla="*/ 2696221 h 4941858"/>
              <a:gd name="connsiteX13" fmla="*/ 5126290 w 5126290"/>
              <a:gd name="connsiteY13" fmla="*/ 3220157 h 4941858"/>
              <a:gd name="connsiteX14" fmla="*/ 5126290 w 5126290"/>
              <a:gd name="connsiteY14" fmla="*/ 3707417 h 4941858"/>
              <a:gd name="connsiteX15" fmla="*/ 5126290 w 5126290"/>
              <a:gd name="connsiteY15" fmla="*/ 4304704 h 4941858"/>
              <a:gd name="connsiteX16" fmla="*/ 4489136 w 5126290"/>
              <a:gd name="connsiteY16" fmla="*/ 4941858 h 4941858"/>
              <a:gd name="connsiteX17" fmla="*/ 4054412 w 5126290"/>
              <a:gd name="connsiteY17" fmla="*/ 4941858 h 4941858"/>
              <a:gd name="connsiteX18" fmla="*/ 3427090 w 5126290"/>
              <a:gd name="connsiteY18" fmla="*/ 4941858 h 4941858"/>
              <a:gd name="connsiteX19" fmla="*/ 2953846 w 5126290"/>
              <a:gd name="connsiteY19" fmla="*/ 4941858 h 4941858"/>
              <a:gd name="connsiteX20" fmla="*/ 2519122 w 5126290"/>
              <a:gd name="connsiteY20" fmla="*/ 4941858 h 4941858"/>
              <a:gd name="connsiteX21" fmla="*/ 1930319 w 5126290"/>
              <a:gd name="connsiteY21" fmla="*/ 4941858 h 4941858"/>
              <a:gd name="connsiteX22" fmla="*/ 1302997 w 5126290"/>
              <a:gd name="connsiteY22" fmla="*/ 4941858 h 4941858"/>
              <a:gd name="connsiteX23" fmla="*/ 637154 w 5126290"/>
              <a:gd name="connsiteY23" fmla="*/ 4941858 h 4941858"/>
              <a:gd name="connsiteX24" fmla="*/ 0 w 5126290"/>
              <a:gd name="connsiteY24" fmla="*/ 4304704 h 4941858"/>
              <a:gd name="connsiteX25" fmla="*/ 0 w 5126290"/>
              <a:gd name="connsiteY25" fmla="*/ 3890795 h 4941858"/>
              <a:gd name="connsiteX26" fmla="*/ 0 w 5126290"/>
              <a:gd name="connsiteY26" fmla="*/ 3403535 h 4941858"/>
              <a:gd name="connsiteX27" fmla="*/ 0 w 5126290"/>
              <a:gd name="connsiteY27" fmla="*/ 2989625 h 4941858"/>
              <a:gd name="connsiteX28" fmla="*/ 0 w 5126290"/>
              <a:gd name="connsiteY28" fmla="*/ 2465690 h 4941858"/>
              <a:gd name="connsiteX29" fmla="*/ 0 w 5126290"/>
              <a:gd name="connsiteY29" fmla="*/ 1978429 h 4941858"/>
              <a:gd name="connsiteX30" fmla="*/ 0 w 5126290"/>
              <a:gd name="connsiteY30" fmla="*/ 1491169 h 4941858"/>
              <a:gd name="connsiteX31" fmla="*/ 0 w 5126290"/>
              <a:gd name="connsiteY31" fmla="*/ 637154 h 4941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126290" h="4941858" extrusionOk="0">
                <a:moveTo>
                  <a:pt x="0" y="637154"/>
                </a:moveTo>
                <a:cubicBezTo>
                  <a:pt x="-11572" y="358227"/>
                  <a:pt x="293361" y="12439"/>
                  <a:pt x="637154" y="0"/>
                </a:cubicBezTo>
                <a:cubicBezTo>
                  <a:pt x="870731" y="-40446"/>
                  <a:pt x="943466" y="37450"/>
                  <a:pt x="1148917" y="0"/>
                </a:cubicBezTo>
                <a:cubicBezTo>
                  <a:pt x="1354368" y="-37450"/>
                  <a:pt x="1569377" y="54972"/>
                  <a:pt x="1776240" y="0"/>
                </a:cubicBezTo>
                <a:cubicBezTo>
                  <a:pt x="1983103" y="-54972"/>
                  <a:pt x="2167901" y="16955"/>
                  <a:pt x="2365043" y="0"/>
                </a:cubicBezTo>
                <a:cubicBezTo>
                  <a:pt x="2562185" y="-16955"/>
                  <a:pt x="2746238" y="35502"/>
                  <a:pt x="2953846" y="0"/>
                </a:cubicBezTo>
                <a:cubicBezTo>
                  <a:pt x="3161454" y="-35502"/>
                  <a:pt x="3319253" y="47001"/>
                  <a:pt x="3504129" y="0"/>
                </a:cubicBezTo>
                <a:cubicBezTo>
                  <a:pt x="3689005" y="-47001"/>
                  <a:pt x="4043209" y="102649"/>
                  <a:pt x="4489136" y="0"/>
                </a:cubicBezTo>
                <a:cubicBezTo>
                  <a:pt x="4764659" y="-682"/>
                  <a:pt x="5138581" y="283387"/>
                  <a:pt x="5126290" y="637154"/>
                </a:cubicBezTo>
                <a:cubicBezTo>
                  <a:pt x="5134566" y="798652"/>
                  <a:pt x="5115325" y="1085508"/>
                  <a:pt x="5126290" y="1197765"/>
                </a:cubicBezTo>
                <a:cubicBezTo>
                  <a:pt x="5137255" y="1310022"/>
                  <a:pt x="5080257" y="1581990"/>
                  <a:pt x="5126290" y="1685025"/>
                </a:cubicBezTo>
                <a:cubicBezTo>
                  <a:pt x="5172323" y="1788060"/>
                  <a:pt x="5075290" y="2127956"/>
                  <a:pt x="5126290" y="2282312"/>
                </a:cubicBezTo>
                <a:cubicBezTo>
                  <a:pt x="5177290" y="2436668"/>
                  <a:pt x="5106065" y="2516650"/>
                  <a:pt x="5126290" y="2696221"/>
                </a:cubicBezTo>
                <a:cubicBezTo>
                  <a:pt x="5146515" y="2875792"/>
                  <a:pt x="5109878" y="3046722"/>
                  <a:pt x="5126290" y="3220157"/>
                </a:cubicBezTo>
                <a:cubicBezTo>
                  <a:pt x="5142702" y="3393592"/>
                  <a:pt x="5068795" y="3580491"/>
                  <a:pt x="5126290" y="3707417"/>
                </a:cubicBezTo>
                <a:cubicBezTo>
                  <a:pt x="5183785" y="3834343"/>
                  <a:pt x="5115838" y="4124937"/>
                  <a:pt x="5126290" y="4304704"/>
                </a:cubicBezTo>
                <a:cubicBezTo>
                  <a:pt x="5210093" y="4672316"/>
                  <a:pt x="4830971" y="5040452"/>
                  <a:pt x="4489136" y="4941858"/>
                </a:cubicBezTo>
                <a:cubicBezTo>
                  <a:pt x="4283560" y="4972792"/>
                  <a:pt x="4234923" y="4919699"/>
                  <a:pt x="4054412" y="4941858"/>
                </a:cubicBezTo>
                <a:cubicBezTo>
                  <a:pt x="3873901" y="4964017"/>
                  <a:pt x="3728806" y="4936188"/>
                  <a:pt x="3427090" y="4941858"/>
                </a:cubicBezTo>
                <a:cubicBezTo>
                  <a:pt x="3125374" y="4947528"/>
                  <a:pt x="3082169" y="4914124"/>
                  <a:pt x="2953846" y="4941858"/>
                </a:cubicBezTo>
                <a:cubicBezTo>
                  <a:pt x="2825523" y="4969592"/>
                  <a:pt x="2730063" y="4892656"/>
                  <a:pt x="2519122" y="4941858"/>
                </a:cubicBezTo>
                <a:cubicBezTo>
                  <a:pt x="2308181" y="4991060"/>
                  <a:pt x="2129136" y="4935298"/>
                  <a:pt x="1930319" y="4941858"/>
                </a:cubicBezTo>
                <a:cubicBezTo>
                  <a:pt x="1731502" y="4948418"/>
                  <a:pt x="1584415" y="4896192"/>
                  <a:pt x="1302997" y="4941858"/>
                </a:cubicBezTo>
                <a:cubicBezTo>
                  <a:pt x="1021579" y="4987524"/>
                  <a:pt x="820350" y="4934650"/>
                  <a:pt x="637154" y="4941858"/>
                </a:cubicBezTo>
                <a:cubicBezTo>
                  <a:pt x="221003" y="4915515"/>
                  <a:pt x="-96365" y="4696868"/>
                  <a:pt x="0" y="4304704"/>
                </a:cubicBezTo>
                <a:cubicBezTo>
                  <a:pt x="-18489" y="4139938"/>
                  <a:pt x="37372" y="3989721"/>
                  <a:pt x="0" y="3890795"/>
                </a:cubicBezTo>
                <a:cubicBezTo>
                  <a:pt x="-37372" y="3791869"/>
                  <a:pt x="41872" y="3528269"/>
                  <a:pt x="0" y="3403535"/>
                </a:cubicBezTo>
                <a:cubicBezTo>
                  <a:pt x="-41872" y="3278801"/>
                  <a:pt x="23855" y="3114455"/>
                  <a:pt x="0" y="2989625"/>
                </a:cubicBezTo>
                <a:cubicBezTo>
                  <a:pt x="-23855" y="2864795"/>
                  <a:pt x="21941" y="2623693"/>
                  <a:pt x="0" y="2465690"/>
                </a:cubicBezTo>
                <a:cubicBezTo>
                  <a:pt x="-21941" y="2307688"/>
                  <a:pt x="54341" y="2152249"/>
                  <a:pt x="0" y="1978429"/>
                </a:cubicBezTo>
                <a:cubicBezTo>
                  <a:pt x="-54341" y="1804609"/>
                  <a:pt x="55346" y="1627627"/>
                  <a:pt x="0" y="1491169"/>
                </a:cubicBezTo>
                <a:cubicBezTo>
                  <a:pt x="-55346" y="1354711"/>
                  <a:pt x="31865" y="885224"/>
                  <a:pt x="0" y="637154"/>
                </a:cubicBezTo>
                <a:close/>
              </a:path>
            </a:pathLst>
          </a:custGeom>
          <a:noFill/>
          <a:ln w="38100">
            <a:solidFill>
              <a:schemeClr val="accent6">
                <a:lumMod val="75000"/>
              </a:schemeClr>
            </a:solidFill>
            <a:extLst>
              <a:ext uri="{C807C97D-BFC1-408E-A445-0C87EB9F89A2}">
                <ask:lineSketchStyleProps xmlns:ask="http://schemas.microsoft.com/office/drawing/2018/sketchyshapes" sd="3746894136">
                  <a:prstGeom prst="roundRect">
                    <a:avLst>
                      <a:gd name="adj" fmla="val 12893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 sz="2000" dirty="0">
              <a:solidFill>
                <a:schemeClr val="tx1"/>
              </a:solidFill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solidFill>
                <a:schemeClr val="tx1"/>
              </a:solidFill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solidFill>
                <a:schemeClr val="tx1"/>
              </a:solidFill>
              <a:effectLst/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400" b="1" dirty="0">
              <a:solidFill>
                <a:schemeClr val="tx1"/>
              </a:solidFill>
              <a:latin typeface="Tw Cen MT" panose="020B0602020104020603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b="1" dirty="0">
                <a:solidFill>
                  <a:schemeClr val="tx1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Resources</a:t>
            </a:r>
            <a:r>
              <a:rPr lang="en-US" sz="1800" dirty="0">
                <a:solidFill>
                  <a:schemeClr val="tx1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Establishing and Maintaining with Time and Diverse Knowledge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Technology</a:t>
            </a:r>
            <a:r>
              <a:rPr lang="en-US" sz="1800" dirty="0">
                <a:solidFill>
                  <a:schemeClr val="tx1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In this Era of Artificial Intelligence, Using AI ChatBot and Latest Technologies 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Engagement and Data Management</a:t>
            </a:r>
            <a:r>
              <a:rPr lang="en-US" sz="2400" dirty="0">
                <a:solidFill>
                  <a:schemeClr val="tx1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tx1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Latest Info and Queries Involved, and record them via Database</a:t>
            </a:r>
          </a:p>
          <a:p>
            <a:pPr algn="just"/>
            <a:r>
              <a:rPr lang="en-US" sz="2400" b="1" dirty="0">
                <a:solidFill>
                  <a:schemeClr val="tx1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Organizational</a:t>
            </a:r>
            <a:r>
              <a:rPr lang="en-US" sz="2000" dirty="0">
                <a:solidFill>
                  <a:schemeClr val="tx1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chemeClr val="tx1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Support</a:t>
            </a:r>
            <a:r>
              <a:rPr lang="en-US" sz="1800" dirty="0">
                <a:solidFill>
                  <a:schemeClr val="tx1"/>
                </a:solidFill>
                <a:latin typeface="Tw Cen MT" panose="020B0602020104020603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Strong backing from the University can Significantly Enhance the Feasibility of our Alumni Network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C0504D">
                    <a:lumMod val="75000"/>
                  </a:srgbClr>
                </a:solidFill>
                <a:effectLst/>
                <a:uLnTx/>
                <a:uFillTx/>
                <a:latin typeface="Calibri"/>
                <a:ea typeface="ＭＳ Ｐゴシック" pitchFamily="1" charset="-128"/>
                <a:cs typeface="+mn-cs"/>
              </a:rPr>
              <a:t> </a:t>
            </a: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66366" y="209813"/>
            <a:ext cx="10972800" cy="807334"/>
          </a:xfrm>
        </p:spPr>
        <p:txBody>
          <a:bodyPr/>
          <a:lstStyle/>
          <a:p>
            <a:pPr eaLnBrk="1" hangingPunct="1"/>
            <a:r>
              <a:rPr lang="en-US" b="1" dirty="0">
                <a:latin typeface="Tw Cen MT" panose="020B0602020104020603" pitchFamily="34" charset="0"/>
                <a:ea typeface="ＭＳ Ｐゴシック" pitchFamily="1" charset="-128"/>
                <a:cs typeface="Times New Roman" panose="02020603050405020304" pitchFamily="18" charset="0"/>
              </a:rPr>
              <a:t>FEASIBILITY        VIABILITY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0A56E1-0F60-2377-5219-112DDA0A7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11" name="Graphic 10" descr="Bar graph with upward trend with solid fill">
            <a:extLst>
              <a:ext uri="{FF2B5EF4-FFF2-40B4-BE49-F238E27FC236}">
                <a16:creationId xmlns:a16="http://schemas.microsoft.com/office/drawing/2014/main" id="{C78B53D5-517B-F375-5871-DFD8D69AE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4823" y="171099"/>
            <a:ext cx="914400" cy="914400"/>
          </a:xfrm>
          <a:prstGeom prst="rect">
            <a:avLst/>
          </a:prstGeom>
        </p:spPr>
      </p:pic>
      <p:sp>
        <p:nvSpPr>
          <p:cNvPr id="19" name="Cloud 18">
            <a:extLst>
              <a:ext uri="{FF2B5EF4-FFF2-40B4-BE49-F238E27FC236}">
                <a16:creationId xmlns:a16="http://schemas.microsoft.com/office/drawing/2014/main" id="{3DD8DBC1-AB55-D67A-4F71-2645447B9E13}"/>
              </a:ext>
            </a:extLst>
          </p:cNvPr>
          <p:cNvSpPr/>
          <p:nvPr/>
        </p:nvSpPr>
        <p:spPr>
          <a:xfrm>
            <a:off x="1049689" y="1420249"/>
            <a:ext cx="4448415" cy="1204240"/>
          </a:xfrm>
          <a:prstGeom prst="cloud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1" name="Cloud 20">
            <a:extLst>
              <a:ext uri="{FF2B5EF4-FFF2-40B4-BE49-F238E27FC236}">
                <a16:creationId xmlns:a16="http://schemas.microsoft.com/office/drawing/2014/main" id="{F30F4B21-9C13-6312-EB4F-E0ACCE65C184}"/>
              </a:ext>
            </a:extLst>
          </p:cNvPr>
          <p:cNvSpPr/>
          <p:nvPr/>
        </p:nvSpPr>
        <p:spPr>
          <a:xfrm>
            <a:off x="6697070" y="1402319"/>
            <a:ext cx="4312024" cy="1204240"/>
          </a:xfrm>
          <a:prstGeom prst="cloud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C4D285E-D4BB-3C96-0929-A3AC76860CB8}"/>
              </a:ext>
            </a:extLst>
          </p:cNvPr>
          <p:cNvSpPr txBox="1"/>
          <p:nvPr/>
        </p:nvSpPr>
        <p:spPr>
          <a:xfrm>
            <a:off x="1384426" y="1773606"/>
            <a:ext cx="38276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FEASIBILITY ANALYSIS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0D1F00-CDBB-40E3-C90B-EC8F6BEFEE44}"/>
              </a:ext>
            </a:extLst>
          </p:cNvPr>
          <p:cNvSpPr txBox="1"/>
          <p:nvPr/>
        </p:nvSpPr>
        <p:spPr>
          <a:xfrm>
            <a:off x="7116904" y="1714560"/>
            <a:ext cx="36130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VIABILITY</a:t>
            </a:r>
            <a:r>
              <a:rPr lang="en-IN" sz="2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I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ANALYSIS</a:t>
            </a:r>
            <a:endParaRPr lang="en-IN" sz="2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pic>
        <p:nvPicPr>
          <p:cNvPr id="7" name="Google Shape;93;p2">
            <a:extLst>
              <a:ext uri="{FF2B5EF4-FFF2-40B4-BE49-F238E27FC236}">
                <a16:creationId xmlns:a16="http://schemas.microsoft.com/office/drawing/2014/main" id="{2EA9C8BB-EC12-E0E0-0F5A-17DD2A909D9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79059" y="-28284"/>
            <a:ext cx="2246575" cy="95121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3AB54B33-7457-59AF-AB8A-C936BFEB3BCE}"/>
              </a:ext>
            </a:extLst>
          </p:cNvPr>
          <p:cNvSpPr/>
          <p:nvPr/>
        </p:nvSpPr>
        <p:spPr>
          <a:xfrm>
            <a:off x="366366" y="104932"/>
            <a:ext cx="1887516" cy="65211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ALUMights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891EFE1-F585-AC2E-2D9B-4CE92E9310FE}"/>
              </a:ext>
            </a:extLst>
          </p:cNvPr>
          <p:cNvCxnSpPr/>
          <p:nvPr/>
        </p:nvCxnSpPr>
        <p:spPr>
          <a:xfrm>
            <a:off x="5880847" y="1100413"/>
            <a:ext cx="0" cy="4910978"/>
          </a:xfrm>
          <a:prstGeom prst="line">
            <a:avLst/>
          </a:prstGeom>
          <a:ln w="76200">
            <a:solidFill>
              <a:srgbClr val="0070C0"/>
            </a:solidFill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23152" y="-47625"/>
            <a:ext cx="10972800" cy="1143000"/>
          </a:xfrm>
        </p:spPr>
        <p:txBody>
          <a:bodyPr/>
          <a:lstStyle/>
          <a:p>
            <a:pPr eaLnBrk="1" hangingPunct="1"/>
            <a:r>
              <a:rPr lang="en-US" b="1" dirty="0">
                <a:latin typeface="Tw Cen MT" panose="020B0602020104020603" pitchFamily="34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C816C0C-1C34-3C73-C397-0750D91D2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152" y="1095375"/>
            <a:ext cx="5012007" cy="4974784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b="1" dirty="0">
                <a:latin typeface="Gill Sans MT" panose="020B05020201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Career Advancement: </a:t>
            </a:r>
            <a:r>
              <a:rPr lang="en-US" sz="1600" dirty="0">
                <a:latin typeface="Gill Sans MT" panose="020B05020201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Boosts career prospects through job placements, professional development, and mentorship</a:t>
            </a:r>
          </a:p>
          <a:p>
            <a:pPr marL="0" indent="0" algn="just">
              <a:buNone/>
            </a:pPr>
            <a:r>
              <a:rPr lang="en-US" sz="1800" b="1" dirty="0">
                <a:latin typeface="Gill Sans MT" panose="020B05020201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Networking Opportunities: </a:t>
            </a:r>
            <a:r>
              <a:rPr lang="en-US" sz="1600" dirty="0">
                <a:latin typeface="Gill Sans MT" panose="020B05020201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Valuable connections, collaborations, and partnerships through shared backgrounds &amp; experiences</a:t>
            </a:r>
          </a:p>
          <a:p>
            <a:pPr marL="0" indent="0" algn="just">
              <a:buNone/>
            </a:pPr>
            <a:r>
              <a:rPr lang="en-US" sz="1800" b="1" dirty="0">
                <a:latin typeface="Gill Sans MT" panose="020B05020201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Skill Building: </a:t>
            </a:r>
            <a:r>
              <a:rPr lang="en-US" sz="1600" dirty="0">
                <a:latin typeface="Gill Sans MT" panose="020B05020201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Exposure to New Ideas, provides students with skill-building opportunities</a:t>
            </a:r>
          </a:p>
          <a:p>
            <a:pPr marL="0" indent="0" algn="just">
              <a:buNone/>
            </a:pPr>
            <a:r>
              <a:rPr lang="en-US" sz="1800" b="1" dirty="0">
                <a:latin typeface="Gill Sans MT" panose="020B05020201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Social Support: </a:t>
            </a:r>
            <a:r>
              <a:rPr lang="en-US" sz="1600" dirty="0">
                <a:latin typeface="Gill Sans MT" panose="020B05020201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Alumni can offer support through donations, scholarships, and internships</a:t>
            </a:r>
          </a:p>
          <a:p>
            <a:pPr marL="0" indent="0" algn="just">
              <a:buNone/>
            </a:pPr>
            <a:r>
              <a:rPr lang="en-US" sz="1800" b="1" dirty="0">
                <a:latin typeface="Gill Sans MT" panose="020B05020201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Reputation Enhancement: </a:t>
            </a:r>
            <a:r>
              <a:rPr lang="en-US" sz="1600" dirty="0">
                <a:latin typeface="Gill Sans MT" panose="020B05020201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Showcasing successful graduates enhances the institute’s reputation</a:t>
            </a:r>
          </a:p>
          <a:p>
            <a:pPr marL="0" indent="0" algn="just">
              <a:buNone/>
            </a:pPr>
            <a:r>
              <a:rPr lang="en-US" sz="1800" b="1" dirty="0">
                <a:latin typeface="Gill Sans MT" panose="020B05020201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Fundraising and Facilities: </a:t>
            </a:r>
            <a:r>
              <a:rPr lang="en-US" sz="1600" dirty="0">
                <a:latin typeface="Gill Sans MT" panose="020B05020201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Alumni contributions can improve research facilities, labs, and other resources</a:t>
            </a:r>
          </a:p>
          <a:p>
            <a:pPr marL="0" indent="0" algn="just">
              <a:buNone/>
            </a:pPr>
            <a:r>
              <a:rPr lang="en-US" sz="1800" b="1" dirty="0">
                <a:latin typeface="Gill Sans MT" panose="020B05020201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Engagement and Contribution: </a:t>
            </a:r>
            <a:r>
              <a:rPr lang="en-US" sz="1600" dirty="0">
                <a:latin typeface="Gill Sans MT" panose="020B0502020104020203" pitchFamily="34" charset="0"/>
                <a:ea typeface="Cascadia Code" panose="020B0609020000020004" pitchFamily="49" charset="0"/>
                <a:cs typeface="Cascadia Code" panose="020B0609020000020004" pitchFamily="49" charset="0"/>
              </a:rPr>
              <a:t>Engaged alumni are more likely to volunteer, mentor, and participate in institutional events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0A4D08A9-8310-A818-E6F6-5332BFEB3065}"/>
              </a:ext>
            </a:extLst>
          </p:cNvPr>
          <p:cNvSpPr txBox="1">
            <a:spLocks/>
          </p:cNvSpPr>
          <p:nvPr/>
        </p:nvSpPr>
        <p:spPr bwMode="auto">
          <a:xfrm>
            <a:off x="6235775" y="1094579"/>
            <a:ext cx="5346625" cy="5259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radeGothic"/>
                <a:ea typeface="ＭＳ Ｐゴシック" charset="0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1800" b="1" dirty="0">
                <a:latin typeface="Gill Sans MT" panose="020B0502020104020203" pitchFamily="34" charset="0"/>
              </a:rPr>
              <a:t>Feedback and Improvement: </a:t>
            </a:r>
            <a:r>
              <a:rPr lang="en-US" sz="1600" b="1" dirty="0">
                <a:latin typeface="Gill Sans MT" panose="020B0502020104020203" pitchFamily="34" charset="0"/>
              </a:rPr>
              <a:t>I</a:t>
            </a:r>
            <a:r>
              <a:rPr lang="en-US" sz="1600" dirty="0">
                <a:latin typeface="Gill Sans MT" panose="020B0502020104020203" pitchFamily="34" charset="0"/>
              </a:rPr>
              <a:t>nsights help refine programs, curriculum, and services</a:t>
            </a:r>
          </a:p>
          <a:p>
            <a:pPr marL="0" indent="0" algn="just">
              <a:buNone/>
            </a:pPr>
            <a:r>
              <a:rPr lang="en-US" sz="1800" b="1" dirty="0">
                <a:latin typeface="Gill Sans MT" panose="020B0502020104020203" pitchFamily="34" charset="0"/>
              </a:rPr>
              <a:t>Long-Term Support: </a:t>
            </a:r>
            <a:r>
              <a:rPr lang="en-US" sz="1600" dirty="0">
                <a:latin typeface="Gill Sans MT" panose="020B0502020104020203" pitchFamily="34" charset="0"/>
              </a:rPr>
              <a:t>A strong network ensures ongoing engagement and loyalty to the institution</a:t>
            </a:r>
          </a:p>
          <a:p>
            <a:pPr marL="0" indent="0" algn="just">
              <a:buNone/>
            </a:pPr>
            <a:r>
              <a:rPr lang="en-US" sz="1800" b="1" dirty="0">
                <a:latin typeface="Gill Sans MT" panose="020B0502020104020203" pitchFamily="34" charset="0"/>
              </a:rPr>
              <a:t>Educational Events: </a:t>
            </a:r>
            <a:r>
              <a:rPr lang="en-US" sz="1600" dirty="0">
                <a:latin typeface="Gill Sans MT" panose="020B0502020104020203" pitchFamily="34" charset="0"/>
              </a:rPr>
              <a:t>Networking events, workshops, and seminars enhance skills and knowledge</a:t>
            </a:r>
          </a:p>
          <a:p>
            <a:pPr marL="0" indent="0" algn="just">
              <a:buNone/>
            </a:pPr>
            <a:r>
              <a:rPr lang="en-US" sz="1800" b="1" dirty="0">
                <a:latin typeface="Gill Sans MT" panose="020B0502020104020203" pitchFamily="34" charset="0"/>
              </a:rPr>
              <a:t>Community and Support: </a:t>
            </a:r>
            <a:r>
              <a:rPr lang="en-US" sz="1600" dirty="0">
                <a:latin typeface="Gill Sans MT" panose="020B0502020104020203" pitchFamily="34" charset="0"/>
              </a:rPr>
              <a:t>Alumni networks foster social connections, helping members stay in touch and providing personal support.</a:t>
            </a:r>
          </a:p>
          <a:p>
            <a:pPr marL="0" indent="0" algn="just">
              <a:buNone/>
            </a:pPr>
            <a:r>
              <a:rPr lang="en-US" sz="1800" b="1" dirty="0">
                <a:latin typeface="Gill Sans MT" panose="020B0502020104020203" pitchFamily="34" charset="0"/>
              </a:rPr>
              <a:t>Exclusive Resources: </a:t>
            </a:r>
            <a:r>
              <a:rPr lang="en-US" sz="1600" dirty="0">
                <a:latin typeface="Gill Sans MT" panose="020B0502020104020203" pitchFamily="34" charset="0"/>
              </a:rPr>
              <a:t>Members may access industry reports, research publications, and other educational materials</a:t>
            </a:r>
          </a:p>
          <a:p>
            <a:pPr marL="0" indent="0" algn="just">
              <a:buNone/>
            </a:pPr>
            <a:r>
              <a:rPr lang="en-US" sz="1800" b="1" dirty="0">
                <a:latin typeface="Gill Sans MT" panose="020B0502020104020203" pitchFamily="34" charset="0"/>
              </a:rPr>
              <a:t>Brand Ambassadors: </a:t>
            </a:r>
            <a:r>
              <a:rPr lang="en-US" sz="1600" dirty="0">
                <a:latin typeface="Gill Sans MT" panose="020B0502020104020203" pitchFamily="34" charset="0"/>
              </a:rPr>
              <a:t>Successful alumni can promote the institution’s value and mission</a:t>
            </a:r>
          </a:p>
          <a:p>
            <a:pPr marL="0" indent="0" algn="just">
              <a:buNone/>
            </a:pPr>
            <a:r>
              <a:rPr lang="en-US" sz="1800" b="1" dirty="0">
                <a:latin typeface="Gill Sans MT" panose="020B0502020104020203" pitchFamily="34" charset="0"/>
              </a:rPr>
              <a:t>Social Events: </a:t>
            </a:r>
            <a:r>
              <a:rPr lang="en-US" sz="1600" dirty="0">
                <a:latin typeface="Gill Sans MT" panose="020B0502020104020203" pitchFamily="34" charset="0"/>
              </a:rPr>
              <a:t>Reunions and gatherings strengthen relationships within the alumni community</a:t>
            </a:r>
          </a:p>
          <a:p>
            <a:pPr marL="0" indent="0" algn="just">
              <a:buNone/>
            </a:pPr>
            <a:r>
              <a:rPr lang="en-US" sz="1800" b="1" dirty="0">
                <a:latin typeface="Gill Sans MT" panose="020B0502020104020203" pitchFamily="34" charset="0"/>
              </a:rPr>
              <a:t>Job Referrals: </a:t>
            </a:r>
            <a:r>
              <a:rPr lang="en-US" sz="1600" dirty="0">
                <a:latin typeface="Gill Sans MT" panose="020B0502020104020203" pitchFamily="34" charset="0"/>
              </a:rPr>
              <a:t>Alumni can benefit from job referrals and recommendations within their network</a:t>
            </a:r>
            <a:endParaRPr lang="en-IN" sz="1600" dirty="0">
              <a:latin typeface="Gill Sans MT" panose="020B0502020104020203" pitchFamily="34" charset="0"/>
            </a:endParaRPr>
          </a:p>
        </p:txBody>
      </p:sp>
      <p:pic>
        <p:nvPicPr>
          <p:cNvPr id="3" name="Google Shape;93;p2">
            <a:extLst>
              <a:ext uri="{FF2B5EF4-FFF2-40B4-BE49-F238E27FC236}">
                <a16:creationId xmlns:a16="http://schemas.microsoft.com/office/drawing/2014/main" id="{EC4162EC-555B-DC12-8DDE-47E206434E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79059" y="-28284"/>
            <a:ext cx="2246575" cy="95121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94960F5D-5A0D-605A-74F0-EDE5EC994501}"/>
              </a:ext>
            </a:extLst>
          </p:cNvPr>
          <p:cNvSpPr/>
          <p:nvPr/>
        </p:nvSpPr>
        <p:spPr>
          <a:xfrm>
            <a:off x="366366" y="104932"/>
            <a:ext cx="1887516" cy="65211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ALUMights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221605"/>
            <a:ext cx="10972800" cy="1143000"/>
          </a:xfrm>
        </p:spPr>
        <p:txBody>
          <a:bodyPr/>
          <a:lstStyle/>
          <a:p>
            <a:pPr eaLnBrk="1" hangingPunct="1"/>
            <a:r>
              <a:rPr lang="en-US" b="1" dirty="0">
                <a:latin typeface="Tw Cen MT" panose="020B0602020104020603" pitchFamily="34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883661" y="1312463"/>
            <a:ext cx="10424676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R="0" lvl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cs typeface="Arial" pitchFamily="34" charset="0"/>
              </a:rPr>
              <a:t>YouTube </a:t>
            </a:r>
            <a:r>
              <a:rPr kumimoji="0" lang="en-US" sz="2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cs typeface="Arial" pitchFamily="34" charset="0"/>
              </a:rPr>
              <a:t>Channels for </a:t>
            </a: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cs typeface="Arial" pitchFamily="34" charset="0"/>
              </a:rPr>
              <a:t>HTML</a:t>
            </a:r>
            <a:r>
              <a:rPr kumimoji="0" lang="en-US" sz="2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cs typeface="Arial" pitchFamily="34" charset="0"/>
              </a:rPr>
              <a:t>, </a:t>
            </a: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cs typeface="Arial" pitchFamily="34" charset="0"/>
              </a:rPr>
              <a:t>CSS</a:t>
            </a:r>
            <a:r>
              <a:rPr kumimoji="0" lang="en-US" sz="2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cs typeface="Arial" pitchFamily="34" charset="0"/>
              </a:rPr>
              <a:t> and </a:t>
            </a:r>
            <a:r>
              <a:rPr lang="en-US" sz="2800" b="1" dirty="0">
                <a:solidFill>
                  <a:prstClr val="black"/>
                </a:solidFill>
                <a:latin typeface="Tw Cen MT" panose="020B0602020104020603" pitchFamily="34" charset="0"/>
                <a:cs typeface="Arial" pitchFamily="34" charset="0"/>
              </a:rPr>
              <a:t>J</a:t>
            </a:r>
            <a:r>
              <a:rPr kumimoji="0" lang="en-US" sz="2800" b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cs typeface="Arial" pitchFamily="34" charset="0"/>
              </a:rPr>
              <a:t>avaScript</a:t>
            </a: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cs typeface="Arial" pitchFamily="34" charset="0"/>
              </a:rPr>
              <a:t> : </a:t>
            </a:r>
            <a:endParaRPr lang="en-US" sz="2800" b="1" dirty="0">
              <a:solidFill>
                <a:prstClr val="black"/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cs typeface="Arial" pitchFamily="34" charset="0"/>
              </a:rPr>
              <a:t>Code</a:t>
            </a:r>
            <a:r>
              <a:rPr lang="en-US" sz="2800" b="1" dirty="0">
                <a:solidFill>
                  <a:prstClr val="black"/>
                </a:solidFill>
                <a:latin typeface="Tw Cen MT" panose="020B0602020104020603" pitchFamily="34" charset="0"/>
                <a:cs typeface="Arial" pitchFamily="34" charset="0"/>
              </a:rPr>
              <a:t>W</a:t>
            </a:r>
            <a:r>
              <a:rPr kumimoji="0" lang="en-US" sz="2800" b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cs typeface="Arial" pitchFamily="34" charset="0"/>
              </a:rPr>
              <a:t>ithHarry</a:t>
            </a: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cs typeface="Arial" pitchFamily="34" charset="0"/>
              </a:rPr>
              <a:t> – </a:t>
            </a:r>
            <a:r>
              <a:rPr kumimoji="0" lang="en-US" sz="2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cs typeface="Arial" pitchFamily="34" charset="0"/>
                <a:hlinkClick r:id="rId3"/>
              </a:rPr>
              <a:t>https://www.youtube.com/@CodeWithHarry</a:t>
            </a:r>
            <a:endParaRPr kumimoji="0" lang="en-US" sz="2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 pitchFamily="34" charset="0"/>
              <a:cs typeface="Arial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prstClr val="black"/>
                </a:solidFill>
                <a:latin typeface="Tw Cen MT" panose="020B0602020104020603" pitchFamily="34" charset="0"/>
                <a:cs typeface="Arial" pitchFamily="34" charset="0"/>
              </a:rPr>
              <a:t>Apna College – </a:t>
            </a:r>
            <a:r>
              <a:rPr lang="en-US" sz="2800" dirty="0">
                <a:solidFill>
                  <a:prstClr val="black"/>
                </a:solidFill>
                <a:latin typeface="Tw Cen MT" panose="020B0602020104020603" pitchFamily="34" charset="0"/>
                <a:cs typeface="Arial" pitchFamily="34" charset="0"/>
                <a:hlinkClick r:id="rId4"/>
              </a:rPr>
              <a:t>https://www.youtube.com/@ApnaCollegeOfficial</a:t>
            </a:r>
            <a:endParaRPr lang="en-US" sz="2800" dirty="0">
              <a:solidFill>
                <a:prstClr val="black"/>
              </a:solidFill>
              <a:latin typeface="Tw Cen MT" panose="020B0602020104020603" pitchFamily="34" charset="0"/>
              <a:cs typeface="Arial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cs typeface="Arial" pitchFamily="34" charset="0"/>
              </a:rPr>
              <a:t>freeCodeCamp.org –  </a:t>
            </a:r>
            <a:r>
              <a:rPr kumimoji="0" lang="en-US" sz="2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cs typeface="Arial" pitchFamily="34" charset="0"/>
                <a:hlinkClick r:id="rId5"/>
              </a:rPr>
              <a:t>https://www.youtube.com/@freecodecamp</a:t>
            </a:r>
            <a:endParaRPr kumimoji="0" lang="en-US" sz="2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 pitchFamily="34" charset="0"/>
              <a:cs typeface="Arial" pitchFamily="34" charset="0"/>
            </a:endParaRPr>
          </a:p>
          <a:p>
            <a:pPr marL="914400" lvl="1" indent="-457200">
              <a:buFont typeface="Arial" panose="020B0604020202020204" pitchFamily="34" charset="0"/>
              <a:buChar char="•"/>
              <a:defRPr/>
            </a:pPr>
            <a:r>
              <a:rPr kumimoji="0" lang="en-US" sz="2800" b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cs typeface="Arial" pitchFamily="34" charset="0"/>
              </a:rPr>
              <a:t>CS50 – </a:t>
            </a:r>
            <a:r>
              <a:rPr kumimoji="0" lang="en-US" sz="2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cs typeface="Arial" pitchFamily="34" charset="0"/>
                <a:hlinkClick r:id="rId6"/>
              </a:rPr>
              <a:t>https://www.youtube.com/@cs50</a:t>
            </a:r>
            <a:endParaRPr kumimoji="0" lang="en-US" sz="2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 pitchFamily="34" charset="0"/>
              <a:cs typeface="Arial" pitchFamily="34" charset="0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en-US" sz="280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w Cen MT" panose="020B0602020104020603" pitchFamily="34" charset="0"/>
              <a:cs typeface="Arial" pitchFamily="34" charset="0"/>
            </a:endParaRPr>
          </a:p>
          <a:p>
            <a:pPr marR="0" lvl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800" b="1" dirty="0">
                <a:solidFill>
                  <a:prstClr val="black"/>
                </a:solidFill>
                <a:latin typeface="Tw Cen MT" panose="020B0602020104020603" pitchFamily="34" charset="0"/>
                <a:cs typeface="Arial" pitchFamily="34" charset="0"/>
              </a:rPr>
              <a:t>Talk session :</a:t>
            </a:r>
          </a:p>
          <a:p>
            <a:pPr marR="0" lvl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Tw Cen MT" panose="020B0602020104020603" pitchFamily="34" charset="0"/>
                <a:cs typeface="Arial" pitchFamily="34" charset="0"/>
              </a:rPr>
              <a:t>A thoughtful session with some of the alumni for their needs and ideas</a:t>
            </a:r>
          </a:p>
          <a:p>
            <a:pPr marR="0" lvl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lang="en-US" sz="2800" b="1" dirty="0">
                <a:solidFill>
                  <a:prstClr val="black"/>
                </a:solidFill>
                <a:latin typeface="Tw Cen MT" panose="020B0602020104020603" pitchFamily="34" charset="0"/>
                <a:cs typeface="Arial" pitchFamily="34" charset="0"/>
              </a:rPr>
              <a:t>Google : </a:t>
            </a:r>
            <a:r>
              <a:rPr kumimoji="0" lang="en-US" sz="280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w Cen MT" panose="020B0602020104020603" pitchFamily="34" charset="0"/>
                <a:cs typeface="Arial" pitchFamily="34" charset="0"/>
                <a:hlinkClick r:id="rId7"/>
              </a:rPr>
              <a:t>www.go</a:t>
            </a:r>
            <a:r>
              <a:rPr lang="en-US" sz="2800" dirty="0">
                <a:solidFill>
                  <a:prstClr val="black"/>
                </a:solidFill>
                <a:latin typeface="Tw Cen MT" panose="020B0602020104020603" pitchFamily="34" charset="0"/>
                <a:cs typeface="Arial" pitchFamily="34" charset="0"/>
                <a:hlinkClick r:id="rId7"/>
              </a:rPr>
              <a:t>ogle.com</a:t>
            </a:r>
            <a:endParaRPr lang="en-US" sz="2800" dirty="0">
              <a:solidFill>
                <a:prstClr val="black"/>
              </a:solidFill>
              <a:latin typeface="Tw Cen MT" panose="020B0602020104020603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pic>
        <p:nvPicPr>
          <p:cNvPr id="2" name="Google Shape;93;p2">
            <a:extLst>
              <a:ext uri="{FF2B5EF4-FFF2-40B4-BE49-F238E27FC236}">
                <a16:creationId xmlns:a16="http://schemas.microsoft.com/office/drawing/2014/main" id="{A3241B36-CBEE-C62E-FDCD-3334E111C74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79059" y="-28284"/>
            <a:ext cx="2246575" cy="95121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4BF32C59-9A42-279A-7A72-43DB67B03E0F}"/>
              </a:ext>
            </a:extLst>
          </p:cNvPr>
          <p:cNvSpPr/>
          <p:nvPr/>
        </p:nvSpPr>
        <p:spPr>
          <a:xfrm>
            <a:off x="366366" y="104932"/>
            <a:ext cx="1887516" cy="652112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ALUMights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96EC7E-51C7-5D16-2838-C29C5DF2F3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4874" y="1861984"/>
            <a:ext cx="508724" cy="3581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BE839F-C614-E4E2-EA9B-9365B89686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073" y="2326191"/>
            <a:ext cx="508724" cy="3581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9A98BB-5A19-1444-A428-976BA72CC33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14874" y="3095606"/>
            <a:ext cx="508724" cy="35814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EE6CB49-E298-D4D8-6791-FECBF48659A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073" y="3948345"/>
            <a:ext cx="508724" cy="358142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B8CA449-B1EB-A8D0-9515-EB6CE8CE6560}"/>
              </a:ext>
            </a:extLst>
          </p:cNvPr>
          <p:cNvSpPr/>
          <p:nvPr/>
        </p:nvSpPr>
        <p:spPr>
          <a:xfrm>
            <a:off x="548319" y="1231183"/>
            <a:ext cx="11096833" cy="5007057"/>
          </a:xfrm>
          <a:custGeom>
            <a:avLst/>
            <a:gdLst>
              <a:gd name="connsiteX0" fmla="*/ 0 w 11096833"/>
              <a:gd name="connsiteY0" fmla="*/ 655073 h 5007057"/>
              <a:gd name="connsiteX1" fmla="*/ 655073 w 11096833"/>
              <a:gd name="connsiteY1" fmla="*/ 0 h 5007057"/>
              <a:gd name="connsiteX2" fmla="*/ 1426494 w 11096833"/>
              <a:gd name="connsiteY2" fmla="*/ 0 h 5007057"/>
              <a:gd name="connsiteX3" fmla="*/ 1904315 w 11096833"/>
              <a:gd name="connsiteY3" fmla="*/ 0 h 5007057"/>
              <a:gd name="connsiteX4" fmla="*/ 2577869 w 11096833"/>
              <a:gd name="connsiteY4" fmla="*/ 0 h 5007057"/>
              <a:gd name="connsiteX5" fmla="*/ 3251423 w 11096833"/>
              <a:gd name="connsiteY5" fmla="*/ 0 h 5007057"/>
              <a:gd name="connsiteX6" fmla="*/ 3533510 w 11096833"/>
              <a:gd name="connsiteY6" fmla="*/ 0 h 5007057"/>
              <a:gd name="connsiteX7" fmla="*/ 3913464 w 11096833"/>
              <a:gd name="connsiteY7" fmla="*/ 0 h 5007057"/>
              <a:gd name="connsiteX8" fmla="*/ 4293418 w 11096833"/>
              <a:gd name="connsiteY8" fmla="*/ 0 h 5007057"/>
              <a:gd name="connsiteX9" fmla="*/ 4869105 w 11096833"/>
              <a:gd name="connsiteY9" fmla="*/ 0 h 5007057"/>
              <a:gd name="connsiteX10" fmla="*/ 5151192 w 11096833"/>
              <a:gd name="connsiteY10" fmla="*/ 0 h 5007057"/>
              <a:gd name="connsiteX11" fmla="*/ 5922613 w 11096833"/>
              <a:gd name="connsiteY11" fmla="*/ 0 h 5007057"/>
              <a:gd name="connsiteX12" fmla="*/ 6302567 w 11096833"/>
              <a:gd name="connsiteY12" fmla="*/ 0 h 5007057"/>
              <a:gd name="connsiteX13" fmla="*/ 6682521 w 11096833"/>
              <a:gd name="connsiteY13" fmla="*/ 0 h 5007057"/>
              <a:gd name="connsiteX14" fmla="*/ 7160341 w 11096833"/>
              <a:gd name="connsiteY14" fmla="*/ 0 h 5007057"/>
              <a:gd name="connsiteX15" fmla="*/ 7931763 w 11096833"/>
              <a:gd name="connsiteY15" fmla="*/ 0 h 5007057"/>
              <a:gd name="connsiteX16" fmla="*/ 8703184 w 11096833"/>
              <a:gd name="connsiteY16" fmla="*/ 0 h 5007057"/>
              <a:gd name="connsiteX17" fmla="*/ 9083138 w 11096833"/>
              <a:gd name="connsiteY17" fmla="*/ 0 h 5007057"/>
              <a:gd name="connsiteX18" fmla="*/ 9756692 w 11096833"/>
              <a:gd name="connsiteY18" fmla="*/ 0 h 5007057"/>
              <a:gd name="connsiteX19" fmla="*/ 10441760 w 11096833"/>
              <a:gd name="connsiteY19" fmla="*/ 0 h 5007057"/>
              <a:gd name="connsiteX20" fmla="*/ 11096833 w 11096833"/>
              <a:gd name="connsiteY20" fmla="*/ 655073 h 5007057"/>
              <a:gd name="connsiteX21" fmla="*/ 11096833 w 11096833"/>
              <a:gd name="connsiteY21" fmla="*/ 1257141 h 5007057"/>
              <a:gd name="connsiteX22" fmla="*/ 11096833 w 11096833"/>
              <a:gd name="connsiteY22" fmla="*/ 1674364 h 5007057"/>
              <a:gd name="connsiteX23" fmla="*/ 11096833 w 11096833"/>
              <a:gd name="connsiteY23" fmla="*/ 2165525 h 5007057"/>
              <a:gd name="connsiteX24" fmla="*/ 11096833 w 11096833"/>
              <a:gd name="connsiteY24" fmla="*/ 2656686 h 5007057"/>
              <a:gd name="connsiteX25" fmla="*/ 11096833 w 11096833"/>
              <a:gd name="connsiteY25" fmla="*/ 3147847 h 5007057"/>
              <a:gd name="connsiteX26" fmla="*/ 11096833 w 11096833"/>
              <a:gd name="connsiteY26" fmla="*/ 3565070 h 5007057"/>
              <a:gd name="connsiteX27" fmla="*/ 11096833 w 11096833"/>
              <a:gd name="connsiteY27" fmla="*/ 4351984 h 5007057"/>
              <a:gd name="connsiteX28" fmla="*/ 10441760 w 11096833"/>
              <a:gd name="connsiteY28" fmla="*/ 5007057 h 5007057"/>
              <a:gd name="connsiteX29" fmla="*/ 10159673 w 11096833"/>
              <a:gd name="connsiteY29" fmla="*/ 5007057 h 5007057"/>
              <a:gd name="connsiteX30" fmla="*/ 9681853 w 11096833"/>
              <a:gd name="connsiteY30" fmla="*/ 5007057 h 5007057"/>
              <a:gd name="connsiteX31" fmla="*/ 9008298 w 11096833"/>
              <a:gd name="connsiteY31" fmla="*/ 5007057 h 5007057"/>
              <a:gd name="connsiteX32" fmla="*/ 8236877 w 11096833"/>
              <a:gd name="connsiteY32" fmla="*/ 5007057 h 5007057"/>
              <a:gd name="connsiteX33" fmla="*/ 7563323 w 11096833"/>
              <a:gd name="connsiteY33" fmla="*/ 5007057 h 5007057"/>
              <a:gd name="connsiteX34" fmla="*/ 6791901 w 11096833"/>
              <a:gd name="connsiteY34" fmla="*/ 5007057 h 5007057"/>
              <a:gd name="connsiteX35" fmla="*/ 6314081 w 11096833"/>
              <a:gd name="connsiteY35" fmla="*/ 5007057 h 5007057"/>
              <a:gd name="connsiteX36" fmla="*/ 5542660 w 11096833"/>
              <a:gd name="connsiteY36" fmla="*/ 5007057 h 5007057"/>
              <a:gd name="connsiteX37" fmla="*/ 5162706 w 11096833"/>
              <a:gd name="connsiteY37" fmla="*/ 5007057 h 5007057"/>
              <a:gd name="connsiteX38" fmla="*/ 4880619 w 11096833"/>
              <a:gd name="connsiteY38" fmla="*/ 5007057 h 5007057"/>
              <a:gd name="connsiteX39" fmla="*/ 4598532 w 11096833"/>
              <a:gd name="connsiteY39" fmla="*/ 5007057 h 5007057"/>
              <a:gd name="connsiteX40" fmla="*/ 3827111 w 11096833"/>
              <a:gd name="connsiteY40" fmla="*/ 5007057 h 5007057"/>
              <a:gd name="connsiteX41" fmla="*/ 3545024 w 11096833"/>
              <a:gd name="connsiteY41" fmla="*/ 5007057 h 5007057"/>
              <a:gd name="connsiteX42" fmla="*/ 3067204 w 11096833"/>
              <a:gd name="connsiteY42" fmla="*/ 5007057 h 5007057"/>
              <a:gd name="connsiteX43" fmla="*/ 2491516 w 11096833"/>
              <a:gd name="connsiteY43" fmla="*/ 5007057 h 5007057"/>
              <a:gd name="connsiteX44" fmla="*/ 2209429 w 11096833"/>
              <a:gd name="connsiteY44" fmla="*/ 5007057 h 5007057"/>
              <a:gd name="connsiteX45" fmla="*/ 1731609 w 11096833"/>
              <a:gd name="connsiteY45" fmla="*/ 5007057 h 5007057"/>
              <a:gd name="connsiteX46" fmla="*/ 1351655 w 11096833"/>
              <a:gd name="connsiteY46" fmla="*/ 5007057 h 5007057"/>
              <a:gd name="connsiteX47" fmla="*/ 655073 w 11096833"/>
              <a:gd name="connsiteY47" fmla="*/ 5007057 h 5007057"/>
              <a:gd name="connsiteX48" fmla="*/ 0 w 11096833"/>
              <a:gd name="connsiteY48" fmla="*/ 4351984 h 5007057"/>
              <a:gd name="connsiteX49" fmla="*/ 0 w 11096833"/>
              <a:gd name="connsiteY49" fmla="*/ 3860823 h 5007057"/>
              <a:gd name="connsiteX50" fmla="*/ 0 w 11096833"/>
              <a:gd name="connsiteY50" fmla="*/ 3258755 h 5007057"/>
              <a:gd name="connsiteX51" fmla="*/ 0 w 11096833"/>
              <a:gd name="connsiteY51" fmla="*/ 2656686 h 5007057"/>
              <a:gd name="connsiteX52" fmla="*/ 0 w 11096833"/>
              <a:gd name="connsiteY52" fmla="*/ 2091587 h 5007057"/>
              <a:gd name="connsiteX53" fmla="*/ 0 w 11096833"/>
              <a:gd name="connsiteY53" fmla="*/ 1526488 h 5007057"/>
              <a:gd name="connsiteX54" fmla="*/ 0 w 11096833"/>
              <a:gd name="connsiteY54" fmla="*/ 655073 h 50070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</a:cxnLst>
            <a:rect l="l" t="t" r="r" b="b"/>
            <a:pathLst>
              <a:path w="11096833" h="5007057" extrusionOk="0">
                <a:moveTo>
                  <a:pt x="0" y="655073"/>
                </a:moveTo>
                <a:cubicBezTo>
                  <a:pt x="-11778" y="286645"/>
                  <a:pt x="338394" y="36174"/>
                  <a:pt x="655073" y="0"/>
                </a:cubicBezTo>
                <a:cubicBezTo>
                  <a:pt x="1021290" y="-27703"/>
                  <a:pt x="1182548" y="13847"/>
                  <a:pt x="1426494" y="0"/>
                </a:cubicBezTo>
                <a:cubicBezTo>
                  <a:pt x="1670440" y="-13847"/>
                  <a:pt x="1735161" y="43356"/>
                  <a:pt x="1904315" y="0"/>
                </a:cubicBezTo>
                <a:cubicBezTo>
                  <a:pt x="2073469" y="-43356"/>
                  <a:pt x="2289324" y="34392"/>
                  <a:pt x="2577869" y="0"/>
                </a:cubicBezTo>
                <a:cubicBezTo>
                  <a:pt x="2866414" y="-34392"/>
                  <a:pt x="2920084" y="6995"/>
                  <a:pt x="3251423" y="0"/>
                </a:cubicBezTo>
                <a:cubicBezTo>
                  <a:pt x="3582762" y="-6995"/>
                  <a:pt x="3467992" y="16993"/>
                  <a:pt x="3533510" y="0"/>
                </a:cubicBezTo>
                <a:cubicBezTo>
                  <a:pt x="3599028" y="-16993"/>
                  <a:pt x="3750873" y="34488"/>
                  <a:pt x="3913464" y="0"/>
                </a:cubicBezTo>
                <a:cubicBezTo>
                  <a:pt x="4076055" y="-34488"/>
                  <a:pt x="4211902" y="1614"/>
                  <a:pt x="4293418" y="0"/>
                </a:cubicBezTo>
                <a:cubicBezTo>
                  <a:pt x="4374934" y="-1614"/>
                  <a:pt x="4682038" y="58427"/>
                  <a:pt x="4869105" y="0"/>
                </a:cubicBezTo>
                <a:cubicBezTo>
                  <a:pt x="5056172" y="-58427"/>
                  <a:pt x="5070229" y="28562"/>
                  <a:pt x="5151192" y="0"/>
                </a:cubicBezTo>
                <a:cubicBezTo>
                  <a:pt x="5232155" y="-28562"/>
                  <a:pt x="5588017" y="80963"/>
                  <a:pt x="5922613" y="0"/>
                </a:cubicBezTo>
                <a:cubicBezTo>
                  <a:pt x="6257209" y="-80963"/>
                  <a:pt x="6169340" y="30599"/>
                  <a:pt x="6302567" y="0"/>
                </a:cubicBezTo>
                <a:cubicBezTo>
                  <a:pt x="6435794" y="-30599"/>
                  <a:pt x="6549346" y="32912"/>
                  <a:pt x="6682521" y="0"/>
                </a:cubicBezTo>
                <a:cubicBezTo>
                  <a:pt x="6815696" y="-32912"/>
                  <a:pt x="6974623" y="32057"/>
                  <a:pt x="7160341" y="0"/>
                </a:cubicBezTo>
                <a:cubicBezTo>
                  <a:pt x="7346059" y="-32057"/>
                  <a:pt x="7646169" y="28001"/>
                  <a:pt x="7931763" y="0"/>
                </a:cubicBezTo>
                <a:cubicBezTo>
                  <a:pt x="8217357" y="-28001"/>
                  <a:pt x="8398397" y="62523"/>
                  <a:pt x="8703184" y="0"/>
                </a:cubicBezTo>
                <a:cubicBezTo>
                  <a:pt x="9007971" y="-62523"/>
                  <a:pt x="8982955" y="36948"/>
                  <a:pt x="9083138" y="0"/>
                </a:cubicBezTo>
                <a:cubicBezTo>
                  <a:pt x="9183321" y="-36948"/>
                  <a:pt x="9497870" y="62067"/>
                  <a:pt x="9756692" y="0"/>
                </a:cubicBezTo>
                <a:cubicBezTo>
                  <a:pt x="10015514" y="-62067"/>
                  <a:pt x="10251154" y="79735"/>
                  <a:pt x="10441760" y="0"/>
                </a:cubicBezTo>
                <a:cubicBezTo>
                  <a:pt x="10850847" y="-51695"/>
                  <a:pt x="11059135" y="283130"/>
                  <a:pt x="11096833" y="655073"/>
                </a:cubicBezTo>
                <a:cubicBezTo>
                  <a:pt x="11126701" y="916169"/>
                  <a:pt x="11049403" y="1036139"/>
                  <a:pt x="11096833" y="1257141"/>
                </a:cubicBezTo>
                <a:cubicBezTo>
                  <a:pt x="11144263" y="1478143"/>
                  <a:pt x="11054266" y="1584445"/>
                  <a:pt x="11096833" y="1674364"/>
                </a:cubicBezTo>
                <a:cubicBezTo>
                  <a:pt x="11139400" y="1764283"/>
                  <a:pt x="11072913" y="1973286"/>
                  <a:pt x="11096833" y="2165525"/>
                </a:cubicBezTo>
                <a:cubicBezTo>
                  <a:pt x="11120753" y="2357764"/>
                  <a:pt x="11051424" y="2523475"/>
                  <a:pt x="11096833" y="2656686"/>
                </a:cubicBezTo>
                <a:cubicBezTo>
                  <a:pt x="11142242" y="2789897"/>
                  <a:pt x="11043634" y="2957001"/>
                  <a:pt x="11096833" y="3147847"/>
                </a:cubicBezTo>
                <a:cubicBezTo>
                  <a:pt x="11150032" y="3338693"/>
                  <a:pt x="11082196" y="3422043"/>
                  <a:pt x="11096833" y="3565070"/>
                </a:cubicBezTo>
                <a:cubicBezTo>
                  <a:pt x="11111470" y="3708097"/>
                  <a:pt x="11006819" y="4069486"/>
                  <a:pt x="11096833" y="4351984"/>
                </a:cubicBezTo>
                <a:cubicBezTo>
                  <a:pt x="11004710" y="4660322"/>
                  <a:pt x="10761334" y="4986621"/>
                  <a:pt x="10441760" y="5007057"/>
                </a:cubicBezTo>
                <a:cubicBezTo>
                  <a:pt x="10365337" y="5031575"/>
                  <a:pt x="10274265" y="4991668"/>
                  <a:pt x="10159673" y="5007057"/>
                </a:cubicBezTo>
                <a:cubicBezTo>
                  <a:pt x="10045081" y="5022446"/>
                  <a:pt x="9887918" y="4991201"/>
                  <a:pt x="9681853" y="5007057"/>
                </a:cubicBezTo>
                <a:cubicBezTo>
                  <a:pt x="9475788" y="5022913"/>
                  <a:pt x="9282941" y="4941814"/>
                  <a:pt x="9008298" y="5007057"/>
                </a:cubicBezTo>
                <a:cubicBezTo>
                  <a:pt x="8733656" y="5072300"/>
                  <a:pt x="8582185" y="4968877"/>
                  <a:pt x="8236877" y="5007057"/>
                </a:cubicBezTo>
                <a:cubicBezTo>
                  <a:pt x="7891569" y="5045237"/>
                  <a:pt x="7757479" y="4993446"/>
                  <a:pt x="7563323" y="5007057"/>
                </a:cubicBezTo>
                <a:cubicBezTo>
                  <a:pt x="7369167" y="5020668"/>
                  <a:pt x="7036641" y="4938320"/>
                  <a:pt x="6791901" y="5007057"/>
                </a:cubicBezTo>
                <a:cubicBezTo>
                  <a:pt x="6547161" y="5075794"/>
                  <a:pt x="6515216" y="4956361"/>
                  <a:pt x="6314081" y="5007057"/>
                </a:cubicBezTo>
                <a:cubicBezTo>
                  <a:pt x="6112946" y="5057753"/>
                  <a:pt x="5926384" y="4997667"/>
                  <a:pt x="5542660" y="5007057"/>
                </a:cubicBezTo>
                <a:cubicBezTo>
                  <a:pt x="5158936" y="5016447"/>
                  <a:pt x="5248023" y="4987918"/>
                  <a:pt x="5162706" y="5007057"/>
                </a:cubicBezTo>
                <a:cubicBezTo>
                  <a:pt x="5077389" y="5026196"/>
                  <a:pt x="4994292" y="4985820"/>
                  <a:pt x="4880619" y="5007057"/>
                </a:cubicBezTo>
                <a:cubicBezTo>
                  <a:pt x="4766946" y="5028294"/>
                  <a:pt x="4699023" y="4978980"/>
                  <a:pt x="4598532" y="5007057"/>
                </a:cubicBezTo>
                <a:cubicBezTo>
                  <a:pt x="4498041" y="5035134"/>
                  <a:pt x="4141163" y="5001080"/>
                  <a:pt x="3827111" y="5007057"/>
                </a:cubicBezTo>
                <a:cubicBezTo>
                  <a:pt x="3513059" y="5013034"/>
                  <a:pt x="3660266" y="4993441"/>
                  <a:pt x="3545024" y="5007057"/>
                </a:cubicBezTo>
                <a:cubicBezTo>
                  <a:pt x="3429782" y="5020673"/>
                  <a:pt x="3283536" y="4962250"/>
                  <a:pt x="3067204" y="5007057"/>
                </a:cubicBezTo>
                <a:cubicBezTo>
                  <a:pt x="2850872" y="5051864"/>
                  <a:pt x="2699945" y="4982175"/>
                  <a:pt x="2491516" y="5007057"/>
                </a:cubicBezTo>
                <a:cubicBezTo>
                  <a:pt x="2283087" y="5031939"/>
                  <a:pt x="2288295" y="4974308"/>
                  <a:pt x="2209429" y="5007057"/>
                </a:cubicBezTo>
                <a:cubicBezTo>
                  <a:pt x="2130563" y="5039806"/>
                  <a:pt x="1893122" y="4964548"/>
                  <a:pt x="1731609" y="5007057"/>
                </a:cubicBezTo>
                <a:cubicBezTo>
                  <a:pt x="1570096" y="5049566"/>
                  <a:pt x="1444489" y="5005018"/>
                  <a:pt x="1351655" y="5007057"/>
                </a:cubicBezTo>
                <a:cubicBezTo>
                  <a:pt x="1258821" y="5009096"/>
                  <a:pt x="998413" y="4950651"/>
                  <a:pt x="655073" y="5007057"/>
                </a:cubicBezTo>
                <a:cubicBezTo>
                  <a:pt x="311195" y="5089404"/>
                  <a:pt x="-96585" y="4760646"/>
                  <a:pt x="0" y="4351984"/>
                </a:cubicBezTo>
                <a:cubicBezTo>
                  <a:pt x="-44100" y="4212088"/>
                  <a:pt x="21984" y="4011663"/>
                  <a:pt x="0" y="3860823"/>
                </a:cubicBezTo>
                <a:cubicBezTo>
                  <a:pt x="-21984" y="3709983"/>
                  <a:pt x="34069" y="3445190"/>
                  <a:pt x="0" y="3258755"/>
                </a:cubicBezTo>
                <a:cubicBezTo>
                  <a:pt x="-34069" y="3072320"/>
                  <a:pt x="41399" y="2916099"/>
                  <a:pt x="0" y="2656686"/>
                </a:cubicBezTo>
                <a:cubicBezTo>
                  <a:pt x="-41399" y="2397273"/>
                  <a:pt x="64324" y="2325476"/>
                  <a:pt x="0" y="2091587"/>
                </a:cubicBezTo>
                <a:cubicBezTo>
                  <a:pt x="-64324" y="1857698"/>
                  <a:pt x="35201" y="1685732"/>
                  <a:pt x="0" y="1526488"/>
                </a:cubicBezTo>
                <a:cubicBezTo>
                  <a:pt x="-35201" y="1367244"/>
                  <a:pt x="28357" y="837057"/>
                  <a:pt x="0" y="655073"/>
                </a:cubicBezTo>
                <a:close/>
              </a:path>
            </a:pathLst>
          </a:custGeom>
          <a:noFill/>
          <a:ln w="76200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3557495391">
                  <a:prstGeom prst="roundRect">
                    <a:avLst>
                      <a:gd name="adj" fmla="val 13083"/>
                    </a:avLst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9402</TotalTime>
  <Words>718</Words>
  <Application>Microsoft Office PowerPoint</Application>
  <PresentationFormat>Widescreen</PresentationFormat>
  <Paragraphs>117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ＭＳ Ｐゴシック</vt:lpstr>
      <vt:lpstr>Agency FB</vt:lpstr>
      <vt:lpstr>Arial</vt:lpstr>
      <vt:lpstr>Arial,Sans-Serif</vt:lpstr>
      <vt:lpstr>Bradley Hand ITC</vt:lpstr>
      <vt:lpstr>Calibri</vt:lpstr>
      <vt:lpstr>Cascadia Code SemiBold</vt:lpstr>
      <vt:lpstr>Gill Sans MT</vt:lpstr>
      <vt:lpstr>Times New Roman</vt:lpstr>
      <vt:lpstr>TradeGothic</vt:lpstr>
      <vt:lpstr>Tw Cen MT</vt:lpstr>
      <vt:lpstr>Office Theme</vt:lpstr>
      <vt:lpstr>SMART INDIA HACKATHON 2024</vt:lpstr>
      <vt:lpstr>IDEA / AIM</vt:lpstr>
      <vt:lpstr>TECHNICAL APPROACH</vt:lpstr>
      <vt:lpstr>FEASIBILITY       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Aditya Kumar Yadav</cp:lastModifiedBy>
  <cp:revision>450</cp:revision>
  <dcterms:created xsi:type="dcterms:W3CDTF">2013-12-12T18:46:50Z</dcterms:created>
  <dcterms:modified xsi:type="dcterms:W3CDTF">2024-09-25T15:16:53Z</dcterms:modified>
  <cp:category/>
</cp:coreProperties>
</file>